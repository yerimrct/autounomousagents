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2"/>
  </p:normalViewPr>
  <p:slideViewPr>
    <p:cSldViewPr snapToGrid="0">
      <p:cViewPr varScale="1">
        <p:scale>
          <a:sx n="90" d="100"/>
          <a:sy n="90" d="100"/>
        </p:scale>
        <p:origin x="23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34DCF8-EA17-4B09-928A-FFB34ADDFC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5163FBE-7912-4D43-A795-6B6FE4FE2C9A}">
      <dgm:prSet/>
      <dgm:spPr/>
      <dgm:t>
        <a:bodyPr/>
        <a:lstStyle/>
        <a:p>
          <a:r>
            <a:rPr lang="fr-FR"/>
            <a:t>Exploring and movement around the farm according to each type of robot capabilities. </a:t>
          </a:r>
          <a:endParaRPr lang="en-US"/>
        </a:p>
      </dgm:t>
    </dgm:pt>
    <dgm:pt modelId="{93BA9C94-8A90-4FD8-80BF-D5B799CC67E4}" type="parTrans" cxnId="{88C8FA4B-540D-4947-9F51-FA06815C5509}">
      <dgm:prSet/>
      <dgm:spPr/>
      <dgm:t>
        <a:bodyPr/>
        <a:lstStyle/>
        <a:p>
          <a:endParaRPr lang="en-US"/>
        </a:p>
      </dgm:t>
    </dgm:pt>
    <dgm:pt modelId="{F4EEBE26-0D70-4EB4-B686-D46BA64C1F3E}" type="sibTrans" cxnId="{88C8FA4B-540D-4947-9F51-FA06815C5509}">
      <dgm:prSet/>
      <dgm:spPr/>
      <dgm:t>
        <a:bodyPr/>
        <a:lstStyle/>
        <a:p>
          <a:endParaRPr lang="en-US"/>
        </a:p>
      </dgm:t>
    </dgm:pt>
    <dgm:pt modelId="{FC3F90A7-63F0-4BB0-A33A-76B1BC27C86D}">
      <dgm:prSet/>
      <dgm:spPr/>
      <dgm:t>
        <a:bodyPr/>
        <a:lstStyle/>
        <a:p>
          <a:r>
            <a:rPr lang="fr-FR" dirty="0"/>
            <a:t>Drones </a:t>
          </a:r>
          <a:r>
            <a:rPr lang="fr-FR" dirty="0" err="1"/>
            <a:t>locate</a:t>
          </a:r>
          <a:r>
            <a:rPr lang="fr-FR" dirty="0"/>
            <a:t> </a:t>
          </a:r>
          <a:r>
            <a:rPr lang="fr-FR" dirty="0" err="1"/>
            <a:t>crops</a:t>
          </a:r>
          <a:r>
            <a:rPr lang="fr-FR" dirty="0"/>
            <a:t> to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collected</a:t>
          </a:r>
          <a:r>
            <a:rPr lang="fr-FR" dirty="0"/>
            <a:t> and </a:t>
          </a:r>
          <a:r>
            <a:rPr lang="fr-FR" dirty="0" err="1"/>
            <a:t>wait</a:t>
          </a:r>
          <a:r>
            <a:rPr lang="fr-FR" dirty="0"/>
            <a:t> for the </a:t>
          </a:r>
          <a:r>
            <a:rPr lang="fr-FR" dirty="0" err="1"/>
            <a:t>picker</a:t>
          </a:r>
          <a:r>
            <a:rPr lang="fr-FR" dirty="0"/>
            <a:t> robots, once </a:t>
          </a:r>
          <a:r>
            <a:rPr lang="fr-FR" dirty="0" err="1"/>
            <a:t>they</a:t>
          </a:r>
          <a:r>
            <a:rPr lang="fr-FR" dirty="0"/>
            <a:t> </a:t>
          </a:r>
          <a:r>
            <a:rPr lang="fr-FR" dirty="0" err="1"/>
            <a:t>get</a:t>
          </a:r>
          <a:r>
            <a:rPr lang="fr-FR" dirty="0"/>
            <a:t> </a:t>
          </a:r>
          <a:r>
            <a:rPr lang="fr-FR" dirty="0" err="1"/>
            <a:t>there</a:t>
          </a:r>
          <a:r>
            <a:rPr lang="fr-FR" dirty="0"/>
            <a:t>, the drones continue </a:t>
          </a:r>
          <a:r>
            <a:rPr lang="fr-FR" dirty="0" err="1"/>
            <a:t>exploring</a:t>
          </a:r>
          <a:endParaRPr lang="en-US" dirty="0"/>
        </a:p>
      </dgm:t>
    </dgm:pt>
    <dgm:pt modelId="{012E698C-2AC9-4D04-BDB4-6CA79795D366}" type="parTrans" cxnId="{120EB951-79FD-4987-AC7C-CEB88C110F23}">
      <dgm:prSet/>
      <dgm:spPr/>
      <dgm:t>
        <a:bodyPr/>
        <a:lstStyle/>
        <a:p>
          <a:endParaRPr lang="en-US"/>
        </a:p>
      </dgm:t>
    </dgm:pt>
    <dgm:pt modelId="{D266F680-B2CF-45D7-8669-D4EA7CC0F77D}" type="sibTrans" cxnId="{120EB951-79FD-4987-AC7C-CEB88C110F23}">
      <dgm:prSet/>
      <dgm:spPr/>
      <dgm:t>
        <a:bodyPr/>
        <a:lstStyle/>
        <a:p>
          <a:endParaRPr lang="en-US"/>
        </a:p>
      </dgm:t>
    </dgm:pt>
    <dgm:pt modelId="{3DFD0FED-2599-4000-ADF1-2C794E5010CB}">
      <dgm:prSet/>
      <dgm:spPr/>
      <dgm:t>
        <a:bodyPr/>
        <a:lstStyle/>
        <a:p>
          <a:r>
            <a:rPr lang="fr-FR" dirty="0" err="1"/>
            <a:t>Amphibious</a:t>
          </a:r>
          <a:r>
            <a:rPr lang="fr-FR" dirty="0"/>
            <a:t> </a:t>
          </a:r>
          <a:r>
            <a:rPr lang="fr-FR" dirty="0" err="1"/>
            <a:t>picker</a:t>
          </a:r>
          <a:r>
            <a:rPr lang="fr-FR" dirty="0"/>
            <a:t> robots move </a:t>
          </a:r>
          <a:r>
            <a:rPr lang="fr-FR" dirty="0" err="1"/>
            <a:t>randomly</a:t>
          </a:r>
          <a:r>
            <a:rPr lang="fr-FR" dirty="0"/>
            <a:t> to </a:t>
          </a:r>
          <a:r>
            <a:rPr lang="fr-FR" dirty="0" err="1"/>
            <a:t>locate</a:t>
          </a:r>
          <a:r>
            <a:rPr lang="fr-FR" dirty="0"/>
            <a:t> the </a:t>
          </a:r>
          <a:r>
            <a:rPr lang="fr-FR" dirty="0" err="1"/>
            <a:t>crops</a:t>
          </a:r>
          <a:r>
            <a:rPr lang="fr-FR" dirty="0"/>
            <a:t> to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collected</a:t>
          </a:r>
          <a:r>
            <a:rPr lang="fr-FR" dirty="0"/>
            <a:t>, </a:t>
          </a:r>
          <a:r>
            <a:rPr lang="fr-FR" dirty="0" err="1"/>
            <a:t>pick</a:t>
          </a:r>
          <a:r>
            <a:rPr lang="fr-FR" dirty="0"/>
            <a:t> the </a:t>
          </a:r>
          <a:r>
            <a:rPr lang="fr-FR" dirty="0" err="1"/>
            <a:t>crops</a:t>
          </a:r>
          <a:r>
            <a:rPr lang="fr-FR" dirty="0"/>
            <a:t> </a:t>
          </a:r>
          <a:r>
            <a:rPr lang="fr-FR" dirty="0" err="1"/>
            <a:t>until</a:t>
          </a:r>
          <a:r>
            <a:rPr lang="fr-FR" dirty="0"/>
            <a:t> </a:t>
          </a:r>
          <a:r>
            <a:rPr lang="fr-FR" dirty="0" err="1"/>
            <a:t>their</a:t>
          </a:r>
          <a:r>
            <a:rPr lang="fr-FR" dirty="0"/>
            <a:t> </a:t>
          </a:r>
          <a:r>
            <a:rPr lang="fr-FR" dirty="0" err="1"/>
            <a:t>storage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full, </a:t>
          </a:r>
          <a:endParaRPr lang="en-US" dirty="0"/>
        </a:p>
      </dgm:t>
    </dgm:pt>
    <dgm:pt modelId="{51959AB8-0D31-4632-B039-F58FAFA8A30E}" type="parTrans" cxnId="{071ABBEA-24C6-4D15-AFDB-F0E22C92BE04}">
      <dgm:prSet/>
      <dgm:spPr/>
      <dgm:t>
        <a:bodyPr/>
        <a:lstStyle/>
        <a:p>
          <a:endParaRPr lang="en-US"/>
        </a:p>
      </dgm:t>
    </dgm:pt>
    <dgm:pt modelId="{7FEC37A5-A1BA-476C-BEF9-F65069528A79}" type="sibTrans" cxnId="{071ABBEA-24C6-4D15-AFDB-F0E22C92BE04}">
      <dgm:prSet/>
      <dgm:spPr/>
      <dgm:t>
        <a:bodyPr/>
        <a:lstStyle/>
        <a:p>
          <a:endParaRPr lang="en-US"/>
        </a:p>
      </dgm:t>
    </dgm:pt>
    <dgm:pt modelId="{20650CE6-06AA-470F-9F5A-398510278082}">
      <dgm:prSet/>
      <dgm:spPr/>
      <dgm:t>
        <a:bodyPr/>
        <a:lstStyle/>
        <a:p>
          <a:r>
            <a:rPr lang="fr-FR" dirty="0"/>
            <a:t>In </a:t>
          </a:r>
          <a:r>
            <a:rPr lang="fr-FR" dirty="0" err="1"/>
            <a:t>that</a:t>
          </a:r>
          <a:r>
            <a:rPr lang="fr-FR" dirty="0"/>
            <a:t> case </a:t>
          </a:r>
          <a:r>
            <a:rPr lang="fr-FR" dirty="0" err="1"/>
            <a:t>they</a:t>
          </a:r>
          <a:r>
            <a:rPr lang="fr-FR" dirty="0"/>
            <a:t> return to the base station to </a:t>
          </a:r>
          <a:r>
            <a:rPr lang="fr-FR" dirty="0" err="1"/>
            <a:t>unload</a:t>
          </a:r>
          <a:r>
            <a:rPr lang="fr-FR" dirty="0"/>
            <a:t> the </a:t>
          </a:r>
          <a:r>
            <a:rPr lang="fr-FR" dirty="0" err="1"/>
            <a:t>crops</a:t>
          </a:r>
          <a:r>
            <a:rPr lang="fr-FR" dirty="0"/>
            <a:t> </a:t>
          </a:r>
          <a:r>
            <a:rPr lang="fr-FR" dirty="0" err="1"/>
            <a:t>collected</a:t>
          </a:r>
          <a:r>
            <a:rPr lang="fr-FR" dirty="0"/>
            <a:t> and continue picking. </a:t>
          </a:r>
          <a:endParaRPr lang="en-US" dirty="0"/>
        </a:p>
      </dgm:t>
    </dgm:pt>
    <dgm:pt modelId="{12B2D7E0-9691-4510-898D-D8ADD34B5AF3}" type="parTrans" cxnId="{19FA3C38-DCE9-4CE5-9E4D-8BF3651A16AA}">
      <dgm:prSet/>
      <dgm:spPr/>
      <dgm:t>
        <a:bodyPr/>
        <a:lstStyle/>
        <a:p>
          <a:endParaRPr lang="en-US"/>
        </a:p>
      </dgm:t>
    </dgm:pt>
    <dgm:pt modelId="{A9314234-6329-460C-A848-C0FAAF677043}" type="sibTrans" cxnId="{19FA3C38-DCE9-4CE5-9E4D-8BF3651A16AA}">
      <dgm:prSet/>
      <dgm:spPr/>
      <dgm:t>
        <a:bodyPr/>
        <a:lstStyle/>
        <a:p>
          <a:endParaRPr lang="en-US"/>
        </a:p>
      </dgm:t>
    </dgm:pt>
    <dgm:pt modelId="{62E9A9E9-586C-404E-A667-26D8AAB50544}">
      <dgm:prSet/>
      <dgm:spPr/>
      <dgm:t>
        <a:bodyPr/>
        <a:lstStyle/>
        <a:p>
          <a:r>
            <a:rPr lang="fr-FR"/>
            <a:t>Robots have a battery whose energy is consumed as time progresses </a:t>
          </a:r>
          <a:endParaRPr lang="en-US"/>
        </a:p>
      </dgm:t>
    </dgm:pt>
    <dgm:pt modelId="{FDF79EC9-A41D-46BB-A14C-90BCB802C10D}" type="parTrans" cxnId="{F0CD175C-9B03-4EC1-ADA5-C6822715F926}">
      <dgm:prSet/>
      <dgm:spPr/>
      <dgm:t>
        <a:bodyPr/>
        <a:lstStyle/>
        <a:p>
          <a:endParaRPr lang="en-US"/>
        </a:p>
      </dgm:t>
    </dgm:pt>
    <dgm:pt modelId="{3AB57BD7-0197-4189-9C0F-F268C7F8B824}" type="sibTrans" cxnId="{F0CD175C-9B03-4EC1-ADA5-C6822715F926}">
      <dgm:prSet/>
      <dgm:spPr/>
      <dgm:t>
        <a:bodyPr/>
        <a:lstStyle/>
        <a:p>
          <a:endParaRPr lang="en-US"/>
        </a:p>
      </dgm:t>
    </dgm:pt>
    <dgm:pt modelId="{DD392405-8D0C-B04B-A6F6-D07E8635A8E0}" type="pres">
      <dgm:prSet presAssocID="{DA34DCF8-EA17-4B09-928A-FFB34ADDFC40}" presName="linear" presStyleCnt="0">
        <dgm:presLayoutVars>
          <dgm:animLvl val="lvl"/>
          <dgm:resizeHandles val="exact"/>
        </dgm:presLayoutVars>
      </dgm:prSet>
      <dgm:spPr/>
    </dgm:pt>
    <dgm:pt modelId="{448A3D78-4F2D-5B44-AD26-EE57175C8DFD}" type="pres">
      <dgm:prSet presAssocID="{55163FBE-7912-4D43-A795-6B6FE4FE2C9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A8D189A-FB7D-404F-84BE-097AEE5D6A60}" type="pres">
      <dgm:prSet presAssocID="{F4EEBE26-0D70-4EB4-B686-D46BA64C1F3E}" presName="spacer" presStyleCnt="0"/>
      <dgm:spPr/>
    </dgm:pt>
    <dgm:pt modelId="{4D75B4DF-CACD-5042-B7CA-EDF943647DDD}" type="pres">
      <dgm:prSet presAssocID="{FC3F90A7-63F0-4BB0-A33A-76B1BC27C8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76F64B5-71F7-2A43-AF20-D93B4A36553F}" type="pres">
      <dgm:prSet presAssocID="{D266F680-B2CF-45D7-8669-D4EA7CC0F77D}" presName="spacer" presStyleCnt="0"/>
      <dgm:spPr/>
    </dgm:pt>
    <dgm:pt modelId="{86C38A7E-AA8A-EE42-977F-99736BA37C7F}" type="pres">
      <dgm:prSet presAssocID="{3DFD0FED-2599-4000-ADF1-2C794E5010C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599CB4C-EDD9-1E42-A04C-0F503DB9F6A4}" type="pres">
      <dgm:prSet presAssocID="{7FEC37A5-A1BA-476C-BEF9-F65069528A79}" presName="spacer" presStyleCnt="0"/>
      <dgm:spPr/>
    </dgm:pt>
    <dgm:pt modelId="{F7932448-4F6D-A647-97DD-0A7F57C0EC7D}" type="pres">
      <dgm:prSet presAssocID="{20650CE6-06AA-470F-9F5A-39851027808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BFC9B3C-64CC-E549-8AB8-EBA97DD290AF}" type="pres">
      <dgm:prSet presAssocID="{A9314234-6329-460C-A848-C0FAAF677043}" presName="spacer" presStyleCnt="0"/>
      <dgm:spPr/>
    </dgm:pt>
    <dgm:pt modelId="{783631AB-875D-B44B-B0A4-C95BA40487D4}" type="pres">
      <dgm:prSet presAssocID="{62E9A9E9-586C-404E-A667-26D8AAB5054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9FA3C38-DCE9-4CE5-9E4D-8BF3651A16AA}" srcId="{DA34DCF8-EA17-4B09-928A-FFB34ADDFC40}" destId="{20650CE6-06AA-470F-9F5A-398510278082}" srcOrd="3" destOrd="0" parTransId="{12B2D7E0-9691-4510-898D-D8ADD34B5AF3}" sibTransId="{A9314234-6329-460C-A848-C0FAAF677043}"/>
    <dgm:cxn modelId="{88C8FA4B-540D-4947-9F51-FA06815C5509}" srcId="{DA34DCF8-EA17-4B09-928A-FFB34ADDFC40}" destId="{55163FBE-7912-4D43-A795-6B6FE4FE2C9A}" srcOrd="0" destOrd="0" parTransId="{93BA9C94-8A90-4FD8-80BF-D5B799CC67E4}" sibTransId="{F4EEBE26-0D70-4EB4-B686-D46BA64C1F3E}"/>
    <dgm:cxn modelId="{50F9274F-8278-1042-9D85-A17AC1801D02}" type="presOf" srcId="{20650CE6-06AA-470F-9F5A-398510278082}" destId="{F7932448-4F6D-A647-97DD-0A7F57C0EC7D}" srcOrd="0" destOrd="0" presId="urn:microsoft.com/office/officeart/2005/8/layout/vList2"/>
    <dgm:cxn modelId="{120EB951-79FD-4987-AC7C-CEB88C110F23}" srcId="{DA34DCF8-EA17-4B09-928A-FFB34ADDFC40}" destId="{FC3F90A7-63F0-4BB0-A33A-76B1BC27C86D}" srcOrd="1" destOrd="0" parTransId="{012E698C-2AC9-4D04-BDB4-6CA79795D366}" sibTransId="{D266F680-B2CF-45D7-8669-D4EA7CC0F77D}"/>
    <dgm:cxn modelId="{F0CD175C-9B03-4EC1-ADA5-C6822715F926}" srcId="{DA34DCF8-EA17-4B09-928A-FFB34ADDFC40}" destId="{62E9A9E9-586C-404E-A667-26D8AAB50544}" srcOrd="4" destOrd="0" parTransId="{FDF79EC9-A41D-46BB-A14C-90BCB802C10D}" sibTransId="{3AB57BD7-0197-4189-9C0F-F268C7F8B824}"/>
    <dgm:cxn modelId="{F98D3A7C-307A-8047-BB4D-59FD4B75A3E3}" type="presOf" srcId="{DA34DCF8-EA17-4B09-928A-FFB34ADDFC40}" destId="{DD392405-8D0C-B04B-A6F6-D07E8635A8E0}" srcOrd="0" destOrd="0" presId="urn:microsoft.com/office/officeart/2005/8/layout/vList2"/>
    <dgm:cxn modelId="{176FB39B-4AB7-F84D-8E55-152E8C2A9A34}" type="presOf" srcId="{3DFD0FED-2599-4000-ADF1-2C794E5010CB}" destId="{86C38A7E-AA8A-EE42-977F-99736BA37C7F}" srcOrd="0" destOrd="0" presId="urn:microsoft.com/office/officeart/2005/8/layout/vList2"/>
    <dgm:cxn modelId="{ED90B8D5-307D-B945-8400-CF5C00BF1535}" type="presOf" srcId="{62E9A9E9-586C-404E-A667-26D8AAB50544}" destId="{783631AB-875D-B44B-B0A4-C95BA40487D4}" srcOrd="0" destOrd="0" presId="urn:microsoft.com/office/officeart/2005/8/layout/vList2"/>
    <dgm:cxn modelId="{E398E5E4-3738-A541-9C39-DAC0B6501710}" type="presOf" srcId="{55163FBE-7912-4D43-A795-6B6FE4FE2C9A}" destId="{448A3D78-4F2D-5B44-AD26-EE57175C8DFD}" srcOrd="0" destOrd="0" presId="urn:microsoft.com/office/officeart/2005/8/layout/vList2"/>
    <dgm:cxn modelId="{04725AE8-686B-2B48-9813-520DDB61D46C}" type="presOf" srcId="{FC3F90A7-63F0-4BB0-A33A-76B1BC27C86D}" destId="{4D75B4DF-CACD-5042-B7CA-EDF943647DDD}" srcOrd="0" destOrd="0" presId="urn:microsoft.com/office/officeart/2005/8/layout/vList2"/>
    <dgm:cxn modelId="{071ABBEA-24C6-4D15-AFDB-F0E22C92BE04}" srcId="{DA34DCF8-EA17-4B09-928A-FFB34ADDFC40}" destId="{3DFD0FED-2599-4000-ADF1-2C794E5010CB}" srcOrd="2" destOrd="0" parTransId="{51959AB8-0D31-4632-B039-F58FAFA8A30E}" sibTransId="{7FEC37A5-A1BA-476C-BEF9-F65069528A79}"/>
    <dgm:cxn modelId="{8557D646-929C-0941-91A4-3C6F813DACF5}" type="presParOf" srcId="{DD392405-8D0C-B04B-A6F6-D07E8635A8E0}" destId="{448A3D78-4F2D-5B44-AD26-EE57175C8DFD}" srcOrd="0" destOrd="0" presId="urn:microsoft.com/office/officeart/2005/8/layout/vList2"/>
    <dgm:cxn modelId="{50F17E6B-B1C8-5E4B-A566-F20E7DE4BB48}" type="presParOf" srcId="{DD392405-8D0C-B04B-A6F6-D07E8635A8E0}" destId="{FA8D189A-FB7D-404F-84BE-097AEE5D6A60}" srcOrd="1" destOrd="0" presId="urn:microsoft.com/office/officeart/2005/8/layout/vList2"/>
    <dgm:cxn modelId="{1CA22551-53BC-4644-B67B-A53FF84DCC11}" type="presParOf" srcId="{DD392405-8D0C-B04B-A6F6-D07E8635A8E0}" destId="{4D75B4DF-CACD-5042-B7CA-EDF943647DDD}" srcOrd="2" destOrd="0" presId="urn:microsoft.com/office/officeart/2005/8/layout/vList2"/>
    <dgm:cxn modelId="{AD793310-C22D-C04B-887C-EBFCC636206E}" type="presParOf" srcId="{DD392405-8D0C-B04B-A6F6-D07E8635A8E0}" destId="{C76F64B5-71F7-2A43-AF20-D93B4A36553F}" srcOrd="3" destOrd="0" presId="urn:microsoft.com/office/officeart/2005/8/layout/vList2"/>
    <dgm:cxn modelId="{AE2B4B52-BB6A-C942-86F5-80972D52A36A}" type="presParOf" srcId="{DD392405-8D0C-B04B-A6F6-D07E8635A8E0}" destId="{86C38A7E-AA8A-EE42-977F-99736BA37C7F}" srcOrd="4" destOrd="0" presId="urn:microsoft.com/office/officeart/2005/8/layout/vList2"/>
    <dgm:cxn modelId="{C794AEEA-BC09-7C43-830D-3D10AEBEE011}" type="presParOf" srcId="{DD392405-8D0C-B04B-A6F6-D07E8635A8E0}" destId="{0599CB4C-EDD9-1E42-A04C-0F503DB9F6A4}" srcOrd="5" destOrd="0" presId="urn:microsoft.com/office/officeart/2005/8/layout/vList2"/>
    <dgm:cxn modelId="{635C73DE-F089-B84B-969C-AD7C166390C9}" type="presParOf" srcId="{DD392405-8D0C-B04B-A6F6-D07E8635A8E0}" destId="{F7932448-4F6D-A647-97DD-0A7F57C0EC7D}" srcOrd="6" destOrd="0" presId="urn:microsoft.com/office/officeart/2005/8/layout/vList2"/>
    <dgm:cxn modelId="{F8E7E455-C7DF-0641-855F-A4037281128F}" type="presParOf" srcId="{DD392405-8D0C-B04B-A6F6-D07E8635A8E0}" destId="{2BFC9B3C-64CC-E549-8AB8-EBA97DD290AF}" srcOrd="7" destOrd="0" presId="urn:microsoft.com/office/officeart/2005/8/layout/vList2"/>
    <dgm:cxn modelId="{FE1EA5DF-ADC8-704C-8E08-FE5055B4E068}" type="presParOf" srcId="{DD392405-8D0C-B04B-A6F6-D07E8635A8E0}" destId="{783631AB-875D-B44B-B0A4-C95BA40487D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D308EA-B043-4FFF-B3FD-9259E0FE7F79}" type="doc">
      <dgm:prSet loTypeId="urn:microsoft.com/office/officeart/2005/8/layout/chevron1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B3B0BF-884E-4964-B2CE-834D2FD7C8B1}">
      <dgm:prSet/>
      <dgm:spPr/>
      <dgm:t>
        <a:bodyPr/>
        <a:lstStyle/>
        <a:p>
          <a:r>
            <a:rPr lang="fr-FR" b="1" i="1"/>
            <a:t>Objective: The Farm Simulation Game aims to model the operations of an autonomous farming system using drones and picker robots.</a:t>
          </a:r>
          <a:endParaRPr lang="en-US"/>
        </a:p>
      </dgm:t>
    </dgm:pt>
    <dgm:pt modelId="{4774E104-DB51-4C31-8A6D-F90D1185F66D}" type="parTrans" cxnId="{A940F2A3-A29E-40AC-BCE0-BC4DD2B87E2A}">
      <dgm:prSet/>
      <dgm:spPr/>
      <dgm:t>
        <a:bodyPr/>
        <a:lstStyle/>
        <a:p>
          <a:endParaRPr lang="en-US"/>
        </a:p>
      </dgm:t>
    </dgm:pt>
    <dgm:pt modelId="{20A9DC32-F6AE-4358-AE10-5909953275E6}" type="sibTrans" cxnId="{A940F2A3-A29E-40AC-BCE0-BC4DD2B87E2A}">
      <dgm:prSet/>
      <dgm:spPr/>
      <dgm:t>
        <a:bodyPr/>
        <a:lstStyle/>
        <a:p>
          <a:endParaRPr lang="en-US"/>
        </a:p>
      </dgm:t>
    </dgm:pt>
    <dgm:pt modelId="{0C9718A3-97BF-4A2C-AF2A-85335208B1FC}">
      <dgm:prSet/>
      <dgm:spPr/>
      <dgm:t>
        <a:bodyPr/>
        <a:lstStyle/>
        <a:p>
          <a:r>
            <a:rPr lang="fr-FR" b="1" i="1"/>
            <a:t>Agents:</a:t>
          </a:r>
          <a:endParaRPr lang="en-US"/>
        </a:p>
      </dgm:t>
    </dgm:pt>
    <dgm:pt modelId="{6F91E44C-6E0D-435C-AF0A-B98D2F85391A}" type="parTrans" cxnId="{7E6886DF-4A56-4C75-9D82-60FF3C05DA91}">
      <dgm:prSet/>
      <dgm:spPr/>
      <dgm:t>
        <a:bodyPr/>
        <a:lstStyle/>
        <a:p>
          <a:endParaRPr lang="en-US"/>
        </a:p>
      </dgm:t>
    </dgm:pt>
    <dgm:pt modelId="{E03B0C47-A78A-4AEF-A740-C27B7D3E8013}" type="sibTrans" cxnId="{7E6886DF-4A56-4C75-9D82-60FF3C05DA91}">
      <dgm:prSet/>
      <dgm:spPr/>
      <dgm:t>
        <a:bodyPr/>
        <a:lstStyle/>
        <a:p>
          <a:endParaRPr lang="en-US"/>
        </a:p>
      </dgm:t>
    </dgm:pt>
    <dgm:pt modelId="{EC582775-4813-43B4-8D8B-358367446F2A}">
      <dgm:prSet/>
      <dgm:spPr/>
      <dgm:t>
        <a:bodyPr/>
        <a:lstStyle/>
        <a:p>
          <a:r>
            <a:rPr lang="fr-FR" b="1" i="1" dirty="0"/>
            <a:t>Drones: </a:t>
          </a:r>
          <a:r>
            <a:rPr lang="fr-FR" b="1" i="1" dirty="0" err="1"/>
            <a:t>Autonomous</a:t>
          </a:r>
          <a:r>
            <a:rPr lang="fr-FR" b="1" i="1" dirty="0"/>
            <a:t> agents </a:t>
          </a:r>
          <a:r>
            <a:rPr lang="fr-FR" b="1" i="1" dirty="0" err="1"/>
            <a:t>that</a:t>
          </a:r>
          <a:r>
            <a:rPr lang="fr-FR" b="1" i="1" dirty="0"/>
            <a:t> explore the </a:t>
          </a:r>
          <a:r>
            <a:rPr lang="fr-FR" b="1" i="1" dirty="0" err="1"/>
            <a:t>farm</a:t>
          </a:r>
          <a:endParaRPr lang="en-US" dirty="0"/>
        </a:p>
      </dgm:t>
    </dgm:pt>
    <dgm:pt modelId="{38C3E73D-FE89-4CAE-BCF6-9A92CEBD9C7A}" type="parTrans" cxnId="{7224BDD4-C39A-4E55-B645-B638F74FB948}">
      <dgm:prSet/>
      <dgm:spPr/>
      <dgm:t>
        <a:bodyPr/>
        <a:lstStyle/>
        <a:p>
          <a:endParaRPr lang="en-US"/>
        </a:p>
      </dgm:t>
    </dgm:pt>
    <dgm:pt modelId="{FA3E8567-BB70-48CD-9022-1AC730C4668C}" type="sibTrans" cxnId="{7224BDD4-C39A-4E55-B645-B638F74FB948}">
      <dgm:prSet/>
      <dgm:spPr/>
      <dgm:t>
        <a:bodyPr/>
        <a:lstStyle/>
        <a:p>
          <a:endParaRPr lang="en-US"/>
        </a:p>
      </dgm:t>
    </dgm:pt>
    <dgm:pt modelId="{457B7387-33B9-4227-8EE0-A38E6BADA1C3}">
      <dgm:prSet/>
      <dgm:spPr/>
      <dgm:t>
        <a:bodyPr/>
        <a:lstStyle/>
        <a:p>
          <a:r>
            <a:rPr lang="fr-FR" b="1" i="1"/>
            <a:t>Environment:</a:t>
          </a:r>
          <a:endParaRPr lang="en-US"/>
        </a:p>
      </dgm:t>
    </dgm:pt>
    <dgm:pt modelId="{3C1EECE4-5471-4CE0-B7BC-E5F4684A58E2}" type="parTrans" cxnId="{435EA728-3DAD-418E-AAE2-A877A31F17F4}">
      <dgm:prSet/>
      <dgm:spPr/>
      <dgm:t>
        <a:bodyPr/>
        <a:lstStyle/>
        <a:p>
          <a:endParaRPr lang="en-US"/>
        </a:p>
      </dgm:t>
    </dgm:pt>
    <dgm:pt modelId="{2F100C47-314A-4C9F-B65B-6184D61CD748}" type="sibTrans" cxnId="{435EA728-3DAD-418E-AAE2-A877A31F17F4}">
      <dgm:prSet/>
      <dgm:spPr/>
      <dgm:t>
        <a:bodyPr/>
        <a:lstStyle/>
        <a:p>
          <a:endParaRPr lang="en-US"/>
        </a:p>
      </dgm:t>
    </dgm:pt>
    <dgm:pt modelId="{91CFA878-2B8F-44C2-9C82-2CA091B992ED}">
      <dgm:prSet/>
      <dgm:spPr/>
      <dgm:t>
        <a:bodyPr/>
        <a:lstStyle/>
        <a:p>
          <a:r>
            <a:rPr lang="fr-FR" b="1" i="1"/>
            <a:t>Grid: A 2D grid representing the farm, with cells containing strawberry clusters, trees, rivers, and a base station.</a:t>
          </a:r>
          <a:endParaRPr lang="en-US"/>
        </a:p>
      </dgm:t>
    </dgm:pt>
    <dgm:pt modelId="{031DEB1A-1400-40F4-9EFE-A7CD81132F51}" type="parTrans" cxnId="{B0EB0EED-36AA-47CF-87F5-0A9CF0587A8E}">
      <dgm:prSet/>
      <dgm:spPr/>
      <dgm:t>
        <a:bodyPr/>
        <a:lstStyle/>
        <a:p>
          <a:endParaRPr lang="en-US"/>
        </a:p>
      </dgm:t>
    </dgm:pt>
    <dgm:pt modelId="{14A6F24F-C94E-467B-8F88-141595CD6D65}" type="sibTrans" cxnId="{B0EB0EED-36AA-47CF-87F5-0A9CF0587A8E}">
      <dgm:prSet/>
      <dgm:spPr/>
      <dgm:t>
        <a:bodyPr/>
        <a:lstStyle/>
        <a:p>
          <a:endParaRPr lang="en-US"/>
        </a:p>
      </dgm:t>
    </dgm:pt>
    <dgm:pt modelId="{1B7455DE-1FCD-4E73-BE29-DA7EF0992247}">
      <dgm:prSet/>
      <dgm:spPr/>
      <dgm:t>
        <a:bodyPr/>
        <a:lstStyle/>
        <a:p>
          <a:r>
            <a:rPr lang="fr-FR" b="1" i="1"/>
            <a:t>Strawberry Clusters: Grow and regrow over time, can be picked by picker robots.</a:t>
          </a:r>
          <a:endParaRPr lang="en-US"/>
        </a:p>
      </dgm:t>
    </dgm:pt>
    <dgm:pt modelId="{871E3EC9-58DD-4335-BCE3-BA02DC8DC2A2}" type="parTrans" cxnId="{BDF3AEA5-7871-441A-8778-CEEE21270B90}">
      <dgm:prSet/>
      <dgm:spPr/>
      <dgm:t>
        <a:bodyPr/>
        <a:lstStyle/>
        <a:p>
          <a:endParaRPr lang="en-US"/>
        </a:p>
      </dgm:t>
    </dgm:pt>
    <dgm:pt modelId="{EC10A5F7-33A0-40F1-8514-624BAD723C0A}" type="sibTrans" cxnId="{BDF3AEA5-7871-441A-8778-CEEE21270B90}">
      <dgm:prSet/>
      <dgm:spPr/>
      <dgm:t>
        <a:bodyPr/>
        <a:lstStyle/>
        <a:p>
          <a:endParaRPr lang="en-US"/>
        </a:p>
      </dgm:t>
    </dgm:pt>
    <dgm:pt modelId="{5342B5B7-938B-4A83-8AAE-A97D5CBA1309}">
      <dgm:prSet/>
      <dgm:spPr/>
      <dgm:t>
        <a:bodyPr/>
        <a:lstStyle/>
        <a:p>
          <a:r>
            <a:rPr lang="fr-FR" b="1" i="1"/>
            <a:t>Base Station: Central location where drones and picker robots return to recharge and unload strawberries.</a:t>
          </a:r>
          <a:endParaRPr lang="en-US"/>
        </a:p>
      </dgm:t>
    </dgm:pt>
    <dgm:pt modelId="{9422FA38-6C32-4063-90C6-F6F5F46DE44D}" type="parTrans" cxnId="{A2A8038C-3D32-43EE-9E6A-FE83720B4E5A}">
      <dgm:prSet/>
      <dgm:spPr/>
      <dgm:t>
        <a:bodyPr/>
        <a:lstStyle/>
        <a:p>
          <a:endParaRPr lang="en-US"/>
        </a:p>
      </dgm:t>
    </dgm:pt>
    <dgm:pt modelId="{C35E8FFA-9F5B-4572-BC0C-F46CF2CEE59A}" type="sibTrans" cxnId="{A2A8038C-3D32-43EE-9E6A-FE83720B4E5A}">
      <dgm:prSet/>
      <dgm:spPr/>
      <dgm:t>
        <a:bodyPr/>
        <a:lstStyle/>
        <a:p>
          <a:endParaRPr lang="en-US"/>
        </a:p>
      </dgm:t>
    </dgm:pt>
    <dgm:pt modelId="{75FD34C4-D428-46D6-96EE-0C4D0C35F5D3}">
      <dgm:prSet/>
      <dgm:spPr/>
      <dgm:t>
        <a:bodyPr/>
        <a:lstStyle/>
        <a:p>
          <a:r>
            <a:rPr lang="fr-FR" b="1" i="1"/>
            <a:t>Gameplay:</a:t>
          </a:r>
          <a:endParaRPr lang="en-US"/>
        </a:p>
      </dgm:t>
    </dgm:pt>
    <dgm:pt modelId="{496B297E-129B-4265-9AE7-0D17E8C4C9BB}" type="parTrans" cxnId="{15228609-123C-44CA-8E94-2515A634717C}">
      <dgm:prSet/>
      <dgm:spPr/>
      <dgm:t>
        <a:bodyPr/>
        <a:lstStyle/>
        <a:p>
          <a:endParaRPr lang="en-US"/>
        </a:p>
      </dgm:t>
    </dgm:pt>
    <dgm:pt modelId="{A65E7010-2202-42CC-9FD6-DEC665E09B5C}" type="sibTrans" cxnId="{15228609-123C-44CA-8E94-2515A634717C}">
      <dgm:prSet/>
      <dgm:spPr/>
      <dgm:t>
        <a:bodyPr/>
        <a:lstStyle/>
        <a:p>
          <a:endParaRPr lang="en-US"/>
        </a:p>
      </dgm:t>
    </dgm:pt>
    <dgm:pt modelId="{B61D87CF-43F3-43E2-ABB7-2B3B1AEBE9B9}">
      <dgm:prSet/>
      <dgm:spPr/>
      <dgm:t>
        <a:bodyPr/>
        <a:lstStyle/>
        <a:p>
          <a:r>
            <a:rPr lang="fr-FR" b="1" i="1"/>
            <a:t>Drones explore the grid to find strawberry clusters.</a:t>
          </a:r>
          <a:endParaRPr lang="en-US"/>
        </a:p>
      </dgm:t>
    </dgm:pt>
    <dgm:pt modelId="{8ACD6C88-F4C2-4AD0-9A55-82730A6FCB49}" type="parTrans" cxnId="{54318785-A778-40B0-A66D-559A206281BB}">
      <dgm:prSet/>
      <dgm:spPr/>
      <dgm:t>
        <a:bodyPr/>
        <a:lstStyle/>
        <a:p>
          <a:endParaRPr lang="en-US"/>
        </a:p>
      </dgm:t>
    </dgm:pt>
    <dgm:pt modelId="{23A82F35-8565-40E7-8955-7CB7703D1C1C}" type="sibTrans" cxnId="{54318785-A778-40B0-A66D-559A206281BB}">
      <dgm:prSet/>
      <dgm:spPr/>
      <dgm:t>
        <a:bodyPr/>
        <a:lstStyle/>
        <a:p>
          <a:endParaRPr lang="en-US"/>
        </a:p>
      </dgm:t>
    </dgm:pt>
    <dgm:pt modelId="{7F059E4E-5087-40B2-9335-ADFD1E8F3910}">
      <dgm:prSet/>
      <dgm:spPr/>
      <dgm:t>
        <a:bodyPr/>
        <a:lstStyle/>
        <a:p>
          <a:r>
            <a:rPr lang="fr-FR" b="1" i="1"/>
            <a:t>Picker robots move to the locations identified by drones to pick strawberries.</a:t>
          </a:r>
          <a:endParaRPr lang="en-US"/>
        </a:p>
      </dgm:t>
    </dgm:pt>
    <dgm:pt modelId="{50D80A96-BC54-4A9F-A980-0F76AC73F386}" type="parTrans" cxnId="{67BEDBE3-C4E2-487B-8EC4-FC8D7B184222}">
      <dgm:prSet/>
      <dgm:spPr/>
      <dgm:t>
        <a:bodyPr/>
        <a:lstStyle/>
        <a:p>
          <a:endParaRPr lang="en-US"/>
        </a:p>
      </dgm:t>
    </dgm:pt>
    <dgm:pt modelId="{08C8F4F0-4C8B-4EFE-8B57-DA51C273FA12}" type="sibTrans" cxnId="{67BEDBE3-C4E2-487B-8EC4-FC8D7B184222}">
      <dgm:prSet/>
      <dgm:spPr/>
      <dgm:t>
        <a:bodyPr/>
        <a:lstStyle/>
        <a:p>
          <a:endParaRPr lang="en-US"/>
        </a:p>
      </dgm:t>
    </dgm:pt>
    <dgm:pt modelId="{B536EE2A-D2E6-4374-82E0-CAA24E9946B5}">
      <dgm:prSet/>
      <dgm:spPr/>
      <dgm:t>
        <a:bodyPr/>
        <a:lstStyle/>
        <a:p>
          <a:r>
            <a:rPr lang="fr-FR" b="1" i="1"/>
            <a:t>Both drones and picker robots return to the base station when their battery is low or their storage is full.</a:t>
          </a:r>
          <a:endParaRPr lang="en-US"/>
        </a:p>
      </dgm:t>
    </dgm:pt>
    <dgm:pt modelId="{482153F2-407D-47D0-8322-D9B1930570A2}" type="parTrans" cxnId="{C82096E1-E8B6-41D6-A62C-F8EAB900F453}">
      <dgm:prSet/>
      <dgm:spPr/>
      <dgm:t>
        <a:bodyPr/>
        <a:lstStyle/>
        <a:p>
          <a:endParaRPr lang="en-US"/>
        </a:p>
      </dgm:t>
    </dgm:pt>
    <dgm:pt modelId="{97E75958-DA76-4BCC-81CA-18352BAE0C02}" type="sibTrans" cxnId="{C82096E1-E8B6-41D6-A62C-F8EAB900F453}">
      <dgm:prSet/>
      <dgm:spPr/>
      <dgm:t>
        <a:bodyPr/>
        <a:lstStyle/>
        <a:p>
          <a:endParaRPr lang="en-US"/>
        </a:p>
      </dgm:t>
    </dgm:pt>
    <dgm:pt modelId="{0A40FCF6-A82C-DD41-84AA-3F4C5754F16E}">
      <dgm:prSet/>
      <dgm:spPr/>
      <dgm:t>
        <a:bodyPr/>
        <a:lstStyle/>
        <a:p>
          <a:r>
            <a:rPr lang="fr-FR" b="1" i="1" dirty="0" err="1"/>
            <a:t>Picker</a:t>
          </a:r>
          <a:r>
            <a:rPr lang="fr-FR" b="1" i="1" dirty="0"/>
            <a:t> Robots: </a:t>
          </a:r>
          <a:r>
            <a:rPr lang="fr-FR" b="1" i="1" dirty="0" err="1"/>
            <a:t>Autonomous</a:t>
          </a:r>
          <a:r>
            <a:rPr lang="fr-FR" b="1" i="1" dirty="0"/>
            <a:t> agents </a:t>
          </a:r>
          <a:r>
            <a:rPr lang="fr-FR" b="1" i="1" dirty="0" err="1"/>
            <a:t>that</a:t>
          </a:r>
          <a:r>
            <a:rPr lang="fr-FR" b="1" i="1" dirty="0"/>
            <a:t> move </a:t>
          </a:r>
          <a:r>
            <a:rPr lang="fr-FR" b="1" i="1" dirty="0" err="1"/>
            <a:t>randomly</a:t>
          </a:r>
          <a:endParaRPr lang="en-US" dirty="0"/>
        </a:p>
      </dgm:t>
    </dgm:pt>
    <dgm:pt modelId="{0FAAFD8B-7397-074F-ADE7-6F387FF1DEB4}" type="parTrans" cxnId="{B9655171-2CC0-9940-85FA-040596E9FDBF}">
      <dgm:prSet/>
      <dgm:spPr/>
      <dgm:t>
        <a:bodyPr/>
        <a:lstStyle/>
        <a:p>
          <a:endParaRPr lang="fr-FR"/>
        </a:p>
      </dgm:t>
    </dgm:pt>
    <dgm:pt modelId="{C326E421-DC1A-5144-8ADF-62DF4C1537DC}" type="sibTrans" cxnId="{B9655171-2CC0-9940-85FA-040596E9FDBF}">
      <dgm:prSet/>
      <dgm:spPr/>
      <dgm:t>
        <a:bodyPr/>
        <a:lstStyle/>
        <a:p>
          <a:endParaRPr lang="fr-FR"/>
        </a:p>
      </dgm:t>
    </dgm:pt>
    <dgm:pt modelId="{C507887C-510D-D248-8CD0-20552D02B6CC}">
      <dgm:prSet/>
      <dgm:spPr/>
      <dgm:t>
        <a:bodyPr/>
        <a:lstStyle/>
        <a:p>
          <a:endParaRPr lang="en-US" dirty="0"/>
        </a:p>
      </dgm:t>
    </dgm:pt>
    <dgm:pt modelId="{66E351E8-0208-3E41-A480-8BE1E4295057}" type="parTrans" cxnId="{5E25A4F7-65E9-1543-BB24-8C6144AF0CDF}">
      <dgm:prSet/>
      <dgm:spPr/>
      <dgm:t>
        <a:bodyPr/>
        <a:lstStyle/>
        <a:p>
          <a:endParaRPr lang="fr-FR"/>
        </a:p>
      </dgm:t>
    </dgm:pt>
    <dgm:pt modelId="{FCB5E448-48D4-CB4D-A658-582852AC57F8}" type="sibTrans" cxnId="{5E25A4F7-65E9-1543-BB24-8C6144AF0CDF}">
      <dgm:prSet/>
      <dgm:spPr/>
      <dgm:t>
        <a:bodyPr/>
        <a:lstStyle/>
        <a:p>
          <a:endParaRPr lang="fr-FR"/>
        </a:p>
      </dgm:t>
    </dgm:pt>
    <dgm:pt modelId="{6426E6B3-0F12-4545-B05B-09AD571AB6F2}" type="pres">
      <dgm:prSet presAssocID="{17D308EA-B043-4FFF-B3FD-9259E0FE7F79}" presName="Name0" presStyleCnt="0">
        <dgm:presLayoutVars>
          <dgm:dir/>
          <dgm:animLvl val="lvl"/>
          <dgm:resizeHandles val="exact"/>
        </dgm:presLayoutVars>
      </dgm:prSet>
      <dgm:spPr/>
    </dgm:pt>
    <dgm:pt modelId="{191DE8FC-6070-FE4B-8279-FE0BAA872BE8}" type="pres">
      <dgm:prSet presAssocID="{D7B3B0BF-884E-4964-B2CE-834D2FD7C8B1}" presName="composite" presStyleCnt="0"/>
      <dgm:spPr/>
    </dgm:pt>
    <dgm:pt modelId="{1374F1DB-086E-E144-A72F-CDF3A5D82241}" type="pres">
      <dgm:prSet presAssocID="{D7B3B0BF-884E-4964-B2CE-834D2FD7C8B1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BDBF6A4-38D7-F645-8298-EAEB212C5E17}" type="pres">
      <dgm:prSet presAssocID="{D7B3B0BF-884E-4964-B2CE-834D2FD7C8B1}" presName="desTx" presStyleLbl="revTx" presStyleIdx="0" presStyleCnt="3">
        <dgm:presLayoutVars>
          <dgm:bulletEnabled val="1"/>
        </dgm:presLayoutVars>
      </dgm:prSet>
      <dgm:spPr/>
    </dgm:pt>
    <dgm:pt modelId="{83A72BB4-D95D-FB4A-8F48-A20FC4E7D2B8}" type="pres">
      <dgm:prSet presAssocID="{20A9DC32-F6AE-4358-AE10-5909953275E6}" presName="space" presStyleCnt="0"/>
      <dgm:spPr/>
    </dgm:pt>
    <dgm:pt modelId="{220CCF79-DBC6-BC40-B119-9360E4C5029E}" type="pres">
      <dgm:prSet presAssocID="{0C9718A3-97BF-4A2C-AF2A-85335208B1FC}" presName="composite" presStyleCnt="0"/>
      <dgm:spPr/>
    </dgm:pt>
    <dgm:pt modelId="{90B38726-C326-D340-A66C-DACF51889480}" type="pres">
      <dgm:prSet presAssocID="{0C9718A3-97BF-4A2C-AF2A-85335208B1FC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0A9B11-B886-B641-AE50-191D705E65C8}" type="pres">
      <dgm:prSet presAssocID="{0C9718A3-97BF-4A2C-AF2A-85335208B1FC}" presName="desTx" presStyleLbl="revTx" presStyleIdx="0" presStyleCnt="3">
        <dgm:presLayoutVars>
          <dgm:bulletEnabled val="1"/>
        </dgm:presLayoutVars>
      </dgm:prSet>
      <dgm:spPr/>
    </dgm:pt>
    <dgm:pt modelId="{1726C445-6042-3848-8B50-C2912A211142}" type="pres">
      <dgm:prSet presAssocID="{E03B0C47-A78A-4AEF-A740-C27B7D3E8013}" presName="space" presStyleCnt="0"/>
      <dgm:spPr/>
    </dgm:pt>
    <dgm:pt modelId="{98183595-9212-0C4C-BC26-CB5CEEB02448}" type="pres">
      <dgm:prSet presAssocID="{457B7387-33B9-4227-8EE0-A38E6BADA1C3}" presName="composite" presStyleCnt="0"/>
      <dgm:spPr/>
    </dgm:pt>
    <dgm:pt modelId="{A864B227-892F-A140-87E9-F1BC21E4F0B5}" type="pres">
      <dgm:prSet presAssocID="{457B7387-33B9-4227-8EE0-A38E6BADA1C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903F910-5FA7-2F40-ABBE-547632CCF3B2}" type="pres">
      <dgm:prSet presAssocID="{457B7387-33B9-4227-8EE0-A38E6BADA1C3}" presName="desTx" presStyleLbl="revTx" presStyleIdx="1" presStyleCnt="3">
        <dgm:presLayoutVars>
          <dgm:bulletEnabled val="1"/>
        </dgm:presLayoutVars>
      </dgm:prSet>
      <dgm:spPr/>
    </dgm:pt>
    <dgm:pt modelId="{F89C9E45-9F91-5547-8970-78E6DF1DAA87}" type="pres">
      <dgm:prSet presAssocID="{2F100C47-314A-4C9F-B65B-6184D61CD748}" presName="space" presStyleCnt="0"/>
      <dgm:spPr/>
    </dgm:pt>
    <dgm:pt modelId="{57D44E22-ED6E-3E4B-AFF5-842A499B44A1}" type="pres">
      <dgm:prSet presAssocID="{75FD34C4-D428-46D6-96EE-0C4D0C35F5D3}" presName="composite" presStyleCnt="0"/>
      <dgm:spPr/>
    </dgm:pt>
    <dgm:pt modelId="{F54F5023-BE9F-EF4C-BF96-47197C6FCC13}" type="pres">
      <dgm:prSet presAssocID="{75FD34C4-D428-46D6-96EE-0C4D0C35F5D3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B354166-6D61-704B-8B7C-DA25729BE092}" type="pres">
      <dgm:prSet presAssocID="{75FD34C4-D428-46D6-96EE-0C4D0C35F5D3}" presName="desTx" presStyleLbl="revTx" presStyleIdx="2" presStyleCnt="3">
        <dgm:presLayoutVars>
          <dgm:bulletEnabled val="1"/>
        </dgm:presLayoutVars>
      </dgm:prSet>
      <dgm:spPr/>
    </dgm:pt>
  </dgm:ptLst>
  <dgm:cxnLst>
    <dgm:cxn modelId="{15228609-123C-44CA-8E94-2515A634717C}" srcId="{17D308EA-B043-4FFF-B3FD-9259E0FE7F79}" destId="{75FD34C4-D428-46D6-96EE-0C4D0C35F5D3}" srcOrd="3" destOrd="0" parTransId="{496B297E-129B-4265-9AE7-0D17E8C4C9BB}" sibTransId="{A65E7010-2202-42CC-9FD6-DEC665E09B5C}"/>
    <dgm:cxn modelId="{03553021-8EE3-5F4C-ABB3-1384D252D1A7}" type="presOf" srcId="{1B7455DE-1FCD-4E73-BE29-DA7EF0992247}" destId="{F903F910-5FA7-2F40-ABBE-547632CCF3B2}" srcOrd="0" destOrd="1" presId="urn:microsoft.com/office/officeart/2005/8/layout/chevron1"/>
    <dgm:cxn modelId="{435EA728-3DAD-418E-AAE2-A877A31F17F4}" srcId="{17D308EA-B043-4FFF-B3FD-9259E0FE7F79}" destId="{457B7387-33B9-4227-8EE0-A38E6BADA1C3}" srcOrd="2" destOrd="0" parTransId="{3C1EECE4-5471-4CE0-B7BC-E5F4684A58E2}" sibTransId="{2F100C47-314A-4C9F-B65B-6184D61CD748}"/>
    <dgm:cxn modelId="{5EC6D92A-7E90-0943-B777-323EED123BB8}" type="presOf" srcId="{91CFA878-2B8F-44C2-9C82-2CA091B992ED}" destId="{F903F910-5FA7-2F40-ABBE-547632CCF3B2}" srcOrd="0" destOrd="0" presId="urn:microsoft.com/office/officeart/2005/8/layout/chevron1"/>
    <dgm:cxn modelId="{654D9642-5CF3-5E47-AB8A-9B42B936D86B}" type="presOf" srcId="{C507887C-510D-D248-8CD0-20552D02B6CC}" destId="{230A9B11-B886-B641-AE50-191D705E65C8}" srcOrd="0" destOrd="2" presId="urn:microsoft.com/office/officeart/2005/8/layout/chevron1"/>
    <dgm:cxn modelId="{644A854E-287B-D344-B0C4-32A64D8BAA2C}" type="presOf" srcId="{B61D87CF-43F3-43E2-ABB7-2B3B1AEBE9B9}" destId="{BB354166-6D61-704B-8B7C-DA25729BE092}" srcOrd="0" destOrd="0" presId="urn:microsoft.com/office/officeart/2005/8/layout/chevron1"/>
    <dgm:cxn modelId="{3E9BD154-BCA6-4C41-B7FB-3C0EADAF2790}" type="presOf" srcId="{D7B3B0BF-884E-4964-B2CE-834D2FD7C8B1}" destId="{1374F1DB-086E-E144-A72F-CDF3A5D82241}" srcOrd="0" destOrd="0" presId="urn:microsoft.com/office/officeart/2005/8/layout/chevron1"/>
    <dgm:cxn modelId="{B9655171-2CC0-9940-85FA-040596E9FDBF}" srcId="{0C9718A3-97BF-4A2C-AF2A-85335208B1FC}" destId="{0A40FCF6-A82C-DD41-84AA-3F4C5754F16E}" srcOrd="1" destOrd="0" parTransId="{0FAAFD8B-7397-074F-ADE7-6F387FF1DEB4}" sibTransId="{C326E421-DC1A-5144-8ADF-62DF4C1537DC}"/>
    <dgm:cxn modelId="{E6C3AD84-B756-4D48-BB38-0E98D6C6EC90}" type="presOf" srcId="{EC582775-4813-43B4-8D8B-358367446F2A}" destId="{230A9B11-B886-B641-AE50-191D705E65C8}" srcOrd="0" destOrd="0" presId="urn:microsoft.com/office/officeart/2005/8/layout/chevron1"/>
    <dgm:cxn modelId="{54318785-A778-40B0-A66D-559A206281BB}" srcId="{75FD34C4-D428-46D6-96EE-0C4D0C35F5D3}" destId="{B61D87CF-43F3-43E2-ABB7-2B3B1AEBE9B9}" srcOrd="0" destOrd="0" parTransId="{8ACD6C88-F4C2-4AD0-9A55-82730A6FCB49}" sibTransId="{23A82F35-8565-40E7-8955-7CB7703D1C1C}"/>
    <dgm:cxn modelId="{A2A8038C-3D32-43EE-9E6A-FE83720B4E5A}" srcId="{457B7387-33B9-4227-8EE0-A38E6BADA1C3}" destId="{5342B5B7-938B-4A83-8AAE-A97D5CBA1309}" srcOrd="2" destOrd="0" parTransId="{9422FA38-6C32-4063-90C6-F6F5F46DE44D}" sibTransId="{C35E8FFA-9F5B-4572-BC0C-F46CF2CEE59A}"/>
    <dgm:cxn modelId="{7B9EF891-8296-DC42-86BB-39163D05DA74}" type="presOf" srcId="{75FD34C4-D428-46D6-96EE-0C4D0C35F5D3}" destId="{F54F5023-BE9F-EF4C-BF96-47197C6FCC13}" srcOrd="0" destOrd="0" presId="urn:microsoft.com/office/officeart/2005/8/layout/chevron1"/>
    <dgm:cxn modelId="{F4C5B19B-F23C-BC4F-8901-63449739E57C}" type="presOf" srcId="{457B7387-33B9-4227-8EE0-A38E6BADA1C3}" destId="{A864B227-892F-A140-87E9-F1BC21E4F0B5}" srcOrd="0" destOrd="0" presId="urn:microsoft.com/office/officeart/2005/8/layout/chevron1"/>
    <dgm:cxn modelId="{A940F2A3-A29E-40AC-BCE0-BC4DD2B87E2A}" srcId="{17D308EA-B043-4FFF-B3FD-9259E0FE7F79}" destId="{D7B3B0BF-884E-4964-B2CE-834D2FD7C8B1}" srcOrd="0" destOrd="0" parTransId="{4774E104-DB51-4C31-8A6D-F90D1185F66D}" sibTransId="{20A9DC32-F6AE-4358-AE10-5909953275E6}"/>
    <dgm:cxn modelId="{BDF3AEA5-7871-441A-8778-CEEE21270B90}" srcId="{457B7387-33B9-4227-8EE0-A38E6BADA1C3}" destId="{1B7455DE-1FCD-4E73-BE29-DA7EF0992247}" srcOrd="1" destOrd="0" parTransId="{871E3EC9-58DD-4335-BCE3-BA02DC8DC2A2}" sibTransId="{EC10A5F7-33A0-40F1-8514-624BAD723C0A}"/>
    <dgm:cxn modelId="{E8B4C8A5-0793-D240-B54E-A65DD27DD282}" type="presOf" srcId="{B536EE2A-D2E6-4374-82E0-CAA24E9946B5}" destId="{BB354166-6D61-704B-8B7C-DA25729BE092}" srcOrd="0" destOrd="2" presId="urn:microsoft.com/office/officeart/2005/8/layout/chevron1"/>
    <dgm:cxn modelId="{CFAB42B1-17B5-FC4C-8741-E99A0E6AE2D8}" type="presOf" srcId="{17D308EA-B043-4FFF-B3FD-9259E0FE7F79}" destId="{6426E6B3-0F12-4545-B05B-09AD571AB6F2}" srcOrd="0" destOrd="0" presId="urn:microsoft.com/office/officeart/2005/8/layout/chevron1"/>
    <dgm:cxn modelId="{8BFA21BB-3C6B-F144-92E0-D3E07E119AD4}" type="presOf" srcId="{0A40FCF6-A82C-DD41-84AA-3F4C5754F16E}" destId="{230A9B11-B886-B641-AE50-191D705E65C8}" srcOrd="0" destOrd="1" presId="urn:microsoft.com/office/officeart/2005/8/layout/chevron1"/>
    <dgm:cxn modelId="{E318D6C8-D5A8-A340-BC6B-788768044C17}" type="presOf" srcId="{7F059E4E-5087-40B2-9335-ADFD1E8F3910}" destId="{BB354166-6D61-704B-8B7C-DA25729BE092}" srcOrd="0" destOrd="1" presId="urn:microsoft.com/office/officeart/2005/8/layout/chevron1"/>
    <dgm:cxn modelId="{7224BDD4-C39A-4E55-B645-B638F74FB948}" srcId="{0C9718A3-97BF-4A2C-AF2A-85335208B1FC}" destId="{EC582775-4813-43B4-8D8B-358367446F2A}" srcOrd="0" destOrd="0" parTransId="{38C3E73D-FE89-4CAE-BCF6-9A92CEBD9C7A}" sibTransId="{FA3E8567-BB70-48CD-9022-1AC730C4668C}"/>
    <dgm:cxn modelId="{7E6886DF-4A56-4C75-9D82-60FF3C05DA91}" srcId="{17D308EA-B043-4FFF-B3FD-9259E0FE7F79}" destId="{0C9718A3-97BF-4A2C-AF2A-85335208B1FC}" srcOrd="1" destOrd="0" parTransId="{6F91E44C-6E0D-435C-AF0A-B98D2F85391A}" sibTransId="{E03B0C47-A78A-4AEF-A740-C27B7D3E8013}"/>
    <dgm:cxn modelId="{50C08CE1-1E20-E94F-B173-9B184428D678}" type="presOf" srcId="{0C9718A3-97BF-4A2C-AF2A-85335208B1FC}" destId="{90B38726-C326-D340-A66C-DACF51889480}" srcOrd="0" destOrd="0" presId="urn:microsoft.com/office/officeart/2005/8/layout/chevron1"/>
    <dgm:cxn modelId="{C82096E1-E8B6-41D6-A62C-F8EAB900F453}" srcId="{75FD34C4-D428-46D6-96EE-0C4D0C35F5D3}" destId="{B536EE2A-D2E6-4374-82E0-CAA24E9946B5}" srcOrd="2" destOrd="0" parTransId="{482153F2-407D-47D0-8322-D9B1930570A2}" sibTransId="{97E75958-DA76-4BCC-81CA-18352BAE0C02}"/>
    <dgm:cxn modelId="{67BEDBE3-C4E2-487B-8EC4-FC8D7B184222}" srcId="{75FD34C4-D428-46D6-96EE-0C4D0C35F5D3}" destId="{7F059E4E-5087-40B2-9335-ADFD1E8F3910}" srcOrd="1" destOrd="0" parTransId="{50D80A96-BC54-4A9F-A980-0F76AC73F386}" sibTransId="{08C8F4F0-4C8B-4EFE-8B57-DA51C273FA12}"/>
    <dgm:cxn modelId="{B0EB0EED-36AA-47CF-87F5-0A9CF0587A8E}" srcId="{457B7387-33B9-4227-8EE0-A38E6BADA1C3}" destId="{91CFA878-2B8F-44C2-9C82-2CA091B992ED}" srcOrd="0" destOrd="0" parTransId="{031DEB1A-1400-40F4-9EFE-A7CD81132F51}" sibTransId="{14A6F24F-C94E-467B-8F88-141595CD6D65}"/>
    <dgm:cxn modelId="{345ABDF5-131B-0140-9D52-B4A2400E30AD}" type="presOf" srcId="{5342B5B7-938B-4A83-8AAE-A97D5CBA1309}" destId="{F903F910-5FA7-2F40-ABBE-547632CCF3B2}" srcOrd="0" destOrd="2" presId="urn:microsoft.com/office/officeart/2005/8/layout/chevron1"/>
    <dgm:cxn modelId="{5E25A4F7-65E9-1543-BB24-8C6144AF0CDF}" srcId="{0C9718A3-97BF-4A2C-AF2A-85335208B1FC}" destId="{C507887C-510D-D248-8CD0-20552D02B6CC}" srcOrd="2" destOrd="0" parTransId="{66E351E8-0208-3E41-A480-8BE1E4295057}" sibTransId="{FCB5E448-48D4-CB4D-A658-582852AC57F8}"/>
    <dgm:cxn modelId="{60340F65-63E6-A146-B7B5-E516C78F0025}" type="presParOf" srcId="{6426E6B3-0F12-4545-B05B-09AD571AB6F2}" destId="{191DE8FC-6070-FE4B-8279-FE0BAA872BE8}" srcOrd="0" destOrd="0" presId="urn:microsoft.com/office/officeart/2005/8/layout/chevron1"/>
    <dgm:cxn modelId="{48672FB7-2522-FB4F-9AA8-DD398D71ADD6}" type="presParOf" srcId="{191DE8FC-6070-FE4B-8279-FE0BAA872BE8}" destId="{1374F1DB-086E-E144-A72F-CDF3A5D82241}" srcOrd="0" destOrd="0" presId="urn:microsoft.com/office/officeart/2005/8/layout/chevron1"/>
    <dgm:cxn modelId="{46E3BC6A-FC3A-4749-AE7F-4CD88CB867A1}" type="presParOf" srcId="{191DE8FC-6070-FE4B-8279-FE0BAA872BE8}" destId="{CBDBF6A4-38D7-F645-8298-EAEB212C5E17}" srcOrd="1" destOrd="0" presId="urn:microsoft.com/office/officeart/2005/8/layout/chevron1"/>
    <dgm:cxn modelId="{F3B0B7B6-3890-0C44-A1D6-41DF4C652C47}" type="presParOf" srcId="{6426E6B3-0F12-4545-B05B-09AD571AB6F2}" destId="{83A72BB4-D95D-FB4A-8F48-A20FC4E7D2B8}" srcOrd="1" destOrd="0" presId="urn:microsoft.com/office/officeart/2005/8/layout/chevron1"/>
    <dgm:cxn modelId="{64B67834-B71A-0F46-91B4-F61F8FFC883F}" type="presParOf" srcId="{6426E6B3-0F12-4545-B05B-09AD571AB6F2}" destId="{220CCF79-DBC6-BC40-B119-9360E4C5029E}" srcOrd="2" destOrd="0" presId="urn:microsoft.com/office/officeart/2005/8/layout/chevron1"/>
    <dgm:cxn modelId="{2A90832D-4864-5242-B65E-923DDDC77460}" type="presParOf" srcId="{220CCF79-DBC6-BC40-B119-9360E4C5029E}" destId="{90B38726-C326-D340-A66C-DACF51889480}" srcOrd="0" destOrd="0" presId="urn:microsoft.com/office/officeart/2005/8/layout/chevron1"/>
    <dgm:cxn modelId="{F9161292-14EC-6B4B-9CB4-DB1AC1E55E1E}" type="presParOf" srcId="{220CCF79-DBC6-BC40-B119-9360E4C5029E}" destId="{230A9B11-B886-B641-AE50-191D705E65C8}" srcOrd="1" destOrd="0" presId="urn:microsoft.com/office/officeart/2005/8/layout/chevron1"/>
    <dgm:cxn modelId="{0601719E-9479-8D48-9E74-B0B596635235}" type="presParOf" srcId="{6426E6B3-0F12-4545-B05B-09AD571AB6F2}" destId="{1726C445-6042-3848-8B50-C2912A211142}" srcOrd="3" destOrd="0" presId="urn:microsoft.com/office/officeart/2005/8/layout/chevron1"/>
    <dgm:cxn modelId="{A8008BD3-2D5B-814F-9774-CB4090065505}" type="presParOf" srcId="{6426E6B3-0F12-4545-B05B-09AD571AB6F2}" destId="{98183595-9212-0C4C-BC26-CB5CEEB02448}" srcOrd="4" destOrd="0" presId="urn:microsoft.com/office/officeart/2005/8/layout/chevron1"/>
    <dgm:cxn modelId="{07D49161-8AA8-734E-919E-50102B09BD8E}" type="presParOf" srcId="{98183595-9212-0C4C-BC26-CB5CEEB02448}" destId="{A864B227-892F-A140-87E9-F1BC21E4F0B5}" srcOrd="0" destOrd="0" presId="urn:microsoft.com/office/officeart/2005/8/layout/chevron1"/>
    <dgm:cxn modelId="{EF53A8B7-C086-A649-84D3-CAD3A9A1AF28}" type="presParOf" srcId="{98183595-9212-0C4C-BC26-CB5CEEB02448}" destId="{F903F910-5FA7-2F40-ABBE-547632CCF3B2}" srcOrd="1" destOrd="0" presId="urn:microsoft.com/office/officeart/2005/8/layout/chevron1"/>
    <dgm:cxn modelId="{B06508EA-B75F-B147-BCAE-4645FFB74A12}" type="presParOf" srcId="{6426E6B3-0F12-4545-B05B-09AD571AB6F2}" destId="{F89C9E45-9F91-5547-8970-78E6DF1DAA87}" srcOrd="5" destOrd="0" presId="urn:microsoft.com/office/officeart/2005/8/layout/chevron1"/>
    <dgm:cxn modelId="{3C0B1435-6472-AD42-AE1B-9B26F7B6A383}" type="presParOf" srcId="{6426E6B3-0F12-4545-B05B-09AD571AB6F2}" destId="{57D44E22-ED6E-3E4B-AFF5-842A499B44A1}" srcOrd="6" destOrd="0" presId="urn:microsoft.com/office/officeart/2005/8/layout/chevron1"/>
    <dgm:cxn modelId="{A718266B-793A-A544-BAF3-239ED30D104E}" type="presParOf" srcId="{57D44E22-ED6E-3E4B-AFF5-842A499B44A1}" destId="{F54F5023-BE9F-EF4C-BF96-47197C6FCC13}" srcOrd="0" destOrd="0" presId="urn:microsoft.com/office/officeart/2005/8/layout/chevron1"/>
    <dgm:cxn modelId="{78AE7DFA-F3B0-AC4D-967E-B72411503C75}" type="presParOf" srcId="{57D44E22-ED6E-3E4B-AFF5-842A499B44A1}" destId="{BB354166-6D61-704B-8B7C-DA25729BE09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80E109-1E57-4F3D-A04A-FBEEF8156EA2}" type="doc">
      <dgm:prSet loTypeId="urn:microsoft.com/office/officeart/2016/7/layout/VerticalSolidActionLis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B009925-8ABE-4B39-9D6D-FF822A47AD6A}">
      <dgm:prSet/>
      <dgm:spPr/>
      <dgm:t>
        <a:bodyPr/>
        <a:lstStyle/>
        <a:p>
          <a:r>
            <a:rPr lang="fr-FR"/>
            <a:t>Autonomous Agents:</a:t>
          </a:r>
          <a:endParaRPr lang="en-US"/>
        </a:p>
      </dgm:t>
    </dgm:pt>
    <dgm:pt modelId="{D12B73E2-C7D7-477D-8680-C6C7D289F9FB}" type="parTrans" cxnId="{70BABE91-8314-4446-B47C-254F55D202CD}">
      <dgm:prSet/>
      <dgm:spPr/>
      <dgm:t>
        <a:bodyPr/>
        <a:lstStyle/>
        <a:p>
          <a:endParaRPr lang="en-US"/>
        </a:p>
      </dgm:t>
    </dgm:pt>
    <dgm:pt modelId="{424EF3B2-7378-4FE9-8E1D-D63ECB36EB83}" type="sibTrans" cxnId="{70BABE91-8314-4446-B47C-254F55D202CD}">
      <dgm:prSet/>
      <dgm:spPr/>
      <dgm:t>
        <a:bodyPr/>
        <a:lstStyle/>
        <a:p>
          <a:endParaRPr lang="en-US"/>
        </a:p>
      </dgm:t>
    </dgm:pt>
    <dgm:pt modelId="{4F428801-0C05-4B98-8435-E769A7BD62F4}">
      <dgm:prSet/>
      <dgm:spPr/>
      <dgm:t>
        <a:bodyPr/>
        <a:lstStyle/>
        <a:p>
          <a:r>
            <a:rPr lang="fr-FR"/>
            <a:t>Drones: Explore the grid, identify strawberry clusters, and communicate their locations to picker robots.</a:t>
          </a:r>
          <a:endParaRPr lang="en-US"/>
        </a:p>
      </dgm:t>
    </dgm:pt>
    <dgm:pt modelId="{34D18EB3-C794-41B5-AD46-52DF74734AB0}" type="parTrans" cxnId="{5351379E-CA6F-49C2-B50E-EDD1D50F9559}">
      <dgm:prSet/>
      <dgm:spPr/>
      <dgm:t>
        <a:bodyPr/>
        <a:lstStyle/>
        <a:p>
          <a:endParaRPr lang="en-US"/>
        </a:p>
      </dgm:t>
    </dgm:pt>
    <dgm:pt modelId="{52845D6F-E677-4042-9A39-01918EFFAB62}" type="sibTrans" cxnId="{5351379E-CA6F-49C2-B50E-EDD1D50F9559}">
      <dgm:prSet/>
      <dgm:spPr/>
      <dgm:t>
        <a:bodyPr/>
        <a:lstStyle/>
        <a:p>
          <a:endParaRPr lang="en-US"/>
        </a:p>
      </dgm:t>
    </dgm:pt>
    <dgm:pt modelId="{B869379C-BCCA-4F03-A82F-17CE1095EDF9}">
      <dgm:prSet/>
      <dgm:spPr/>
      <dgm:t>
        <a:bodyPr/>
        <a:lstStyle/>
        <a:p>
          <a:r>
            <a:rPr lang="fr-FR"/>
            <a:t>Picker Robots: Move to the identified locations, pick strawberries, and return to the base station.</a:t>
          </a:r>
          <a:endParaRPr lang="en-US"/>
        </a:p>
      </dgm:t>
    </dgm:pt>
    <dgm:pt modelId="{E4C5A861-8660-4C53-B1A8-4F96F7388F94}" type="parTrans" cxnId="{06EB1661-66FD-4BFF-957A-2DE60939042B}">
      <dgm:prSet/>
      <dgm:spPr/>
      <dgm:t>
        <a:bodyPr/>
        <a:lstStyle/>
        <a:p>
          <a:endParaRPr lang="en-US"/>
        </a:p>
      </dgm:t>
    </dgm:pt>
    <dgm:pt modelId="{CEFC2425-C170-4A8D-8B4F-85BDD699258A}" type="sibTrans" cxnId="{06EB1661-66FD-4BFF-957A-2DE60939042B}">
      <dgm:prSet/>
      <dgm:spPr/>
      <dgm:t>
        <a:bodyPr/>
        <a:lstStyle/>
        <a:p>
          <a:endParaRPr lang="en-US"/>
        </a:p>
      </dgm:t>
    </dgm:pt>
    <dgm:pt modelId="{6AC820CE-81B4-465C-A811-91D643E3B8F4}">
      <dgm:prSet/>
      <dgm:spPr/>
      <dgm:t>
        <a:bodyPr/>
        <a:lstStyle/>
        <a:p>
          <a:r>
            <a:rPr lang="fr-FR"/>
            <a:t>State Transitions:</a:t>
          </a:r>
          <a:endParaRPr lang="en-US"/>
        </a:p>
      </dgm:t>
    </dgm:pt>
    <dgm:pt modelId="{A401274F-5992-44DC-8180-0E5619675411}" type="parTrans" cxnId="{EC6A4D28-1B70-4D9C-984A-31ED90467131}">
      <dgm:prSet/>
      <dgm:spPr/>
      <dgm:t>
        <a:bodyPr/>
        <a:lstStyle/>
        <a:p>
          <a:endParaRPr lang="en-US"/>
        </a:p>
      </dgm:t>
    </dgm:pt>
    <dgm:pt modelId="{085D7A27-81C2-4A4B-A761-D4A06BCA4D1E}" type="sibTrans" cxnId="{EC6A4D28-1B70-4D9C-984A-31ED90467131}">
      <dgm:prSet/>
      <dgm:spPr/>
      <dgm:t>
        <a:bodyPr/>
        <a:lstStyle/>
        <a:p>
          <a:endParaRPr lang="en-US"/>
        </a:p>
      </dgm:t>
    </dgm:pt>
    <dgm:pt modelId="{95897C0E-C290-4758-9AAF-5C2FFE912ABB}">
      <dgm:prSet/>
      <dgm:spPr/>
      <dgm:t>
        <a:bodyPr/>
        <a:lstStyle/>
        <a:p>
          <a:r>
            <a:rPr lang="fr-FR"/>
            <a:t>Drones: Waiting, Exploring, Returning.</a:t>
          </a:r>
          <a:endParaRPr lang="en-US"/>
        </a:p>
      </dgm:t>
    </dgm:pt>
    <dgm:pt modelId="{D4FFF5B6-E1DF-4DF7-9B90-DA99915A3515}" type="parTrans" cxnId="{03113AF6-E116-459A-8995-9994A85211DB}">
      <dgm:prSet/>
      <dgm:spPr/>
      <dgm:t>
        <a:bodyPr/>
        <a:lstStyle/>
        <a:p>
          <a:endParaRPr lang="en-US"/>
        </a:p>
      </dgm:t>
    </dgm:pt>
    <dgm:pt modelId="{54EF535B-397B-48D0-821F-A518095F7328}" type="sibTrans" cxnId="{03113AF6-E116-459A-8995-9994A85211DB}">
      <dgm:prSet/>
      <dgm:spPr/>
      <dgm:t>
        <a:bodyPr/>
        <a:lstStyle/>
        <a:p>
          <a:endParaRPr lang="en-US"/>
        </a:p>
      </dgm:t>
    </dgm:pt>
    <dgm:pt modelId="{D0832BB4-2B92-49D3-AF70-4F15DD493E3F}">
      <dgm:prSet/>
      <dgm:spPr/>
      <dgm:t>
        <a:bodyPr/>
        <a:lstStyle/>
        <a:p>
          <a:r>
            <a:rPr lang="fr-FR"/>
            <a:t>Picker Robots: Idle, Moving, Picking, Returning.</a:t>
          </a:r>
          <a:endParaRPr lang="en-US"/>
        </a:p>
      </dgm:t>
    </dgm:pt>
    <dgm:pt modelId="{D3FF2B79-59CB-4A33-B21E-FEB79E886290}" type="parTrans" cxnId="{60089BFA-B191-4694-9FC9-BA45C1143AA7}">
      <dgm:prSet/>
      <dgm:spPr/>
      <dgm:t>
        <a:bodyPr/>
        <a:lstStyle/>
        <a:p>
          <a:endParaRPr lang="en-US"/>
        </a:p>
      </dgm:t>
    </dgm:pt>
    <dgm:pt modelId="{AFB8FCD5-E073-41EA-9B9C-301E7387F8D5}" type="sibTrans" cxnId="{60089BFA-B191-4694-9FC9-BA45C1143AA7}">
      <dgm:prSet/>
      <dgm:spPr/>
      <dgm:t>
        <a:bodyPr/>
        <a:lstStyle/>
        <a:p>
          <a:endParaRPr lang="en-US"/>
        </a:p>
      </dgm:t>
    </dgm:pt>
    <dgm:pt modelId="{A2EA8C3D-D7F9-4B2F-90C4-DA9541587C16}">
      <dgm:prSet/>
      <dgm:spPr/>
      <dgm:t>
        <a:bodyPr/>
        <a:lstStyle/>
        <a:p>
          <a:r>
            <a:rPr lang="fr-FR"/>
            <a:t>Environment Interaction:</a:t>
          </a:r>
          <a:endParaRPr lang="en-US"/>
        </a:p>
      </dgm:t>
    </dgm:pt>
    <dgm:pt modelId="{1025054C-E897-476F-982B-3C8983942CF1}" type="parTrans" cxnId="{6CA8511D-C332-4E71-8B4D-A0E0BD8D35DC}">
      <dgm:prSet/>
      <dgm:spPr/>
      <dgm:t>
        <a:bodyPr/>
        <a:lstStyle/>
        <a:p>
          <a:endParaRPr lang="en-US"/>
        </a:p>
      </dgm:t>
    </dgm:pt>
    <dgm:pt modelId="{FA642A13-0ECE-410D-BB52-7C0A72C13E72}" type="sibTrans" cxnId="{6CA8511D-C332-4E71-8B4D-A0E0BD8D35DC}">
      <dgm:prSet/>
      <dgm:spPr/>
      <dgm:t>
        <a:bodyPr/>
        <a:lstStyle/>
        <a:p>
          <a:endParaRPr lang="en-US"/>
        </a:p>
      </dgm:t>
    </dgm:pt>
    <dgm:pt modelId="{61DEAE1A-3BC9-48E4-8697-4A3861E9DA8F}">
      <dgm:prSet/>
      <dgm:spPr/>
      <dgm:t>
        <a:bodyPr/>
        <a:lstStyle/>
        <a:p>
          <a:r>
            <a:rPr lang="fr-FR"/>
            <a:t>Grid Navigation: Agents move within a 2D grid.</a:t>
          </a:r>
          <a:endParaRPr lang="en-US"/>
        </a:p>
      </dgm:t>
    </dgm:pt>
    <dgm:pt modelId="{59AFA3FF-1C38-45F3-8A6F-09251A5FCEE8}" type="parTrans" cxnId="{9A5941AD-5FCA-4204-BC3E-749698630629}">
      <dgm:prSet/>
      <dgm:spPr/>
      <dgm:t>
        <a:bodyPr/>
        <a:lstStyle/>
        <a:p>
          <a:endParaRPr lang="en-US"/>
        </a:p>
      </dgm:t>
    </dgm:pt>
    <dgm:pt modelId="{6B0D288F-A9B8-4694-9B82-756B1B01B53C}" type="sibTrans" cxnId="{9A5941AD-5FCA-4204-BC3E-749698630629}">
      <dgm:prSet/>
      <dgm:spPr/>
      <dgm:t>
        <a:bodyPr/>
        <a:lstStyle/>
        <a:p>
          <a:endParaRPr lang="en-US"/>
        </a:p>
      </dgm:t>
    </dgm:pt>
    <dgm:pt modelId="{ADE096AE-9A1F-4851-ABA2-B036B789BC45}">
      <dgm:prSet/>
      <dgm:spPr/>
      <dgm:t>
        <a:bodyPr/>
        <a:lstStyle/>
        <a:p>
          <a:r>
            <a:rPr lang="fr-FR"/>
            <a:t>Resource Management: Agents manage battery levels and storage capacities.</a:t>
          </a:r>
          <a:endParaRPr lang="en-US"/>
        </a:p>
      </dgm:t>
    </dgm:pt>
    <dgm:pt modelId="{9628BF27-0868-49D7-BC04-D8BF6B6B7E7C}" type="parTrans" cxnId="{15FFDF4D-A1EF-4097-94AC-4D031B9EA55C}">
      <dgm:prSet/>
      <dgm:spPr/>
      <dgm:t>
        <a:bodyPr/>
        <a:lstStyle/>
        <a:p>
          <a:endParaRPr lang="en-US"/>
        </a:p>
      </dgm:t>
    </dgm:pt>
    <dgm:pt modelId="{2C74FCC4-F74F-4C36-9C23-976A49D7A898}" type="sibTrans" cxnId="{15FFDF4D-A1EF-4097-94AC-4D031B9EA55C}">
      <dgm:prSet/>
      <dgm:spPr/>
      <dgm:t>
        <a:bodyPr/>
        <a:lstStyle/>
        <a:p>
          <a:endParaRPr lang="en-US"/>
        </a:p>
      </dgm:t>
    </dgm:pt>
    <dgm:pt modelId="{8778CABD-96FD-40E6-B384-F2D4CEBC94E6}">
      <dgm:prSet/>
      <dgm:spPr/>
      <dgm:t>
        <a:bodyPr/>
        <a:lstStyle/>
        <a:p>
          <a:r>
            <a:rPr lang="fr-FR"/>
            <a:t>Communication:</a:t>
          </a:r>
          <a:endParaRPr lang="en-US"/>
        </a:p>
      </dgm:t>
    </dgm:pt>
    <dgm:pt modelId="{F947AA3F-60C0-4496-8F6B-3BDB0DA0A07F}" type="parTrans" cxnId="{09B1B37F-1C19-4822-AC31-0CF7BE55572F}">
      <dgm:prSet/>
      <dgm:spPr/>
      <dgm:t>
        <a:bodyPr/>
        <a:lstStyle/>
        <a:p>
          <a:endParaRPr lang="en-US"/>
        </a:p>
      </dgm:t>
    </dgm:pt>
    <dgm:pt modelId="{39E8FCCB-B162-454D-902D-4B6993A721BF}" type="sibTrans" cxnId="{09B1B37F-1C19-4822-AC31-0CF7BE55572F}">
      <dgm:prSet/>
      <dgm:spPr/>
      <dgm:t>
        <a:bodyPr/>
        <a:lstStyle/>
        <a:p>
          <a:endParaRPr lang="en-US"/>
        </a:p>
      </dgm:t>
    </dgm:pt>
    <dgm:pt modelId="{25DC5402-C9A3-4572-9FDC-201B15E85EFB}">
      <dgm:prSet/>
      <dgm:spPr/>
      <dgm:t>
        <a:bodyPr/>
        <a:lstStyle/>
        <a:p>
          <a:r>
            <a:rPr lang="fr-FR"/>
            <a:t>Drones broadcast the location of strawberry clusters to picker robots.</a:t>
          </a:r>
          <a:endParaRPr lang="en-US"/>
        </a:p>
      </dgm:t>
    </dgm:pt>
    <dgm:pt modelId="{89A1D3B2-9F56-42DF-B35B-014C949D3CB0}" type="parTrans" cxnId="{13A4BBD5-7F47-49CC-A54B-1B7400C44BA6}">
      <dgm:prSet/>
      <dgm:spPr/>
      <dgm:t>
        <a:bodyPr/>
        <a:lstStyle/>
        <a:p>
          <a:endParaRPr lang="en-US"/>
        </a:p>
      </dgm:t>
    </dgm:pt>
    <dgm:pt modelId="{B975F228-6691-4529-9638-8628B8771446}" type="sibTrans" cxnId="{13A4BBD5-7F47-49CC-A54B-1B7400C44BA6}">
      <dgm:prSet/>
      <dgm:spPr/>
      <dgm:t>
        <a:bodyPr/>
        <a:lstStyle/>
        <a:p>
          <a:endParaRPr lang="en-US"/>
        </a:p>
      </dgm:t>
    </dgm:pt>
    <dgm:pt modelId="{E229C4C3-B4EB-4F62-9936-C92B17EE9A0D}">
      <dgm:prSet/>
      <dgm:spPr/>
      <dgm:t>
        <a:bodyPr/>
        <a:lstStyle/>
        <a:p>
          <a:r>
            <a:rPr lang="fr-FR"/>
            <a:t>Regrowth Mechanism:</a:t>
          </a:r>
          <a:endParaRPr lang="en-US"/>
        </a:p>
      </dgm:t>
    </dgm:pt>
    <dgm:pt modelId="{90F07F91-0050-4846-BEAA-73D8FDF9058D}" type="parTrans" cxnId="{A8990DA1-C015-48B7-AE9D-37CCF309F637}">
      <dgm:prSet/>
      <dgm:spPr/>
      <dgm:t>
        <a:bodyPr/>
        <a:lstStyle/>
        <a:p>
          <a:endParaRPr lang="en-US"/>
        </a:p>
      </dgm:t>
    </dgm:pt>
    <dgm:pt modelId="{EE6830FE-E618-430A-B863-D96205184772}" type="sibTrans" cxnId="{A8990DA1-C015-48B7-AE9D-37CCF309F637}">
      <dgm:prSet/>
      <dgm:spPr/>
      <dgm:t>
        <a:bodyPr/>
        <a:lstStyle/>
        <a:p>
          <a:endParaRPr lang="en-US"/>
        </a:p>
      </dgm:t>
    </dgm:pt>
    <dgm:pt modelId="{AA76BD7F-5CD9-423F-BE46-70CEC0D4F78C}">
      <dgm:prSet/>
      <dgm:spPr/>
      <dgm:t>
        <a:bodyPr/>
        <a:lstStyle/>
        <a:p>
          <a:r>
            <a:rPr lang="fr-FR"/>
            <a:t>Strawberry clusters regrow after being picked, simulating real-world farming conditions.</a:t>
          </a:r>
          <a:endParaRPr lang="en-US"/>
        </a:p>
      </dgm:t>
    </dgm:pt>
    <dgm:pt modelId="{1B14A5B1-31C2-471B-BA64-0D37D946C936}" type="parTrans" cxnId="{F4F1151A-BBA2-46AD-B0CF-E01E75B22908}">
      <dgm:prSet/>
      <dgm:spPr/>
      <dgm:t>
        <a:bodyPr/>
        <a:lstStyle/>
        <a:p>
          <a:endParaRPr lang="en-US"/>
        </a:p>
      </dgm:t>
    </dgm:pt>
    <dgm:pt modelId="{197466D9-CF51-4E80-9BBD-D93B33DF04A3}" type="sibTrans" cxnId="{F4F1151A-BBA2-46AD-B0CF-E01E75B22908}">
      <dgm:prSet/>
      <dgm:spPr/>
      <dgm:t>
        <a:bodyPr/>
        <a:lstStyle/>
        <a:p>
          <a:endParaRPr lang="en-US"/>
        </a:p>
      </dgm:t>
    </dgm:pt>
    <dgm:pt modelId="{041E3B61-4BC5-F64E-93E0-987ACADC3BFD}" type="pres">
      <dgm:prSet presAssocID="{E380E109-1E57-4F3D-A04A-FBEEF8156EA2}" presName="Name0" presStyleCnt="0">
        <dgm:presLayoutVars>
          <dgm:dir/>
          <dgm:animLvl val="lvl"/>
          <dgm:resizeHandles val="exact"/>
        </dgm:presLayoutVars>
      </dgm:prSet>
      <dgm:spPr/>
    </dgm:pt>
    <dgm:pt modelId="{84DAC9B3-E56B-C445-89B3-E6DE5885EC60}" type="pres">
      <dgm:prSet presAssocID="{EB009925-8ABE-4B39-9D6D-FF822A47AD6A}" presName="linNode" presStyleCnt="0"/>
      <dgm:spPr/>
    </dgm:pt>
    <dgm:pt modelId="{C8505832-9387-CE48-861D-51CC4CC70C91}" type="pres">
      <dgm:prSet presAssocID="{EB009925-8ABE-4B39-9D6D-FF822A47AD6A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15EAE0A4-A9A5-F14D-82A0-34250B8B8F1A}" type="pres">
      <dgm:prSet presAssocID="{EB009925-8ABE-4B39-9D6D-FF822A47AD6A}" presName="descendantText" presStyleLbl="alignAccFollowNode1" presStyleIdx="0" presStyleCnt="5">
        <dgm:presLayoutVars>
          <dgm:bulletEnabled/>
        </dgm:presLayoutVars>
      </dgm:prSet>
      <dgm:spPr/>
    </dgm:pt>
    <dgm:pt modelId="{0394C276-F2D9-3548-A3B6-6AFC94A7994F}" type="pres">
      <dgm:prSet presAssocID="{424EF3B2-7378-4FE9-8E1D-D63ECB36EB83}" presName="sp" presStyleCnt="0"/>
      <dgm:spPr/>
    </dgm:pt>
    <dgm:pt modelId="{D03C6C6A-EA3D-6C4F-BA77-9BFA89AC1AD6}" type="pres">
      <dgm:prSet presAssocID="{6AC820CE-81B4-465C-A811-91D643E3B8F4}" presName="linNode" presStyleCnt="0"/>
      <dgm:spPr/>
    </dgm:pt>
    <dgm:pt modelId="{AFC6331C-4A46-DD4F-8BAA-49C467FB114B}" type="pres">
      <dgm:prSet presAssocID="{6AC820CE-81B4-465C-A811-91D643E3B8F4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2EDD3FF9-7D4B-7645-AD2E-1A009206A408}" type="pres">
      <dgm:prSet presAssocID="{6AC820CE-81B4-465C-A811-91D643E3B8F4}" presName="descendantText" presStyleLbl="alignAccFollowNode1" presStyleIdx="1" presStyleCnt="5">
        <dgm:presLayoutVars>
          <dgm:bulletEnabled/>
        </dgm:presLayoutVars>
      </dgm:prSet>
      <dgm:spPr/>
    </dgm:pt>
    <dgm:pt modelId="{7B648F8F-FD92-284F-9176-791B726E5CDD}" type="pres">
      <dgm:prSet presAssocID="{085D7A27-81C2-4A4B-A761-D4A06BCA4D1E}" presName="sp" presStyleCnt="0"/>
      <dgm:spPr/>
    </dgm:pt>
    <dgm:pt modelId="{447DCE96-EA39-354F-9DFC-C4F3DEEC6587}" type="pres">
      <dgm:prSet presAssocID="{A2EA8C3D-D7F9-4B2F-90C4-DA9541587C16}" presName="linNode" presStyleCnt="0"/>
      <dgm:spPr/>
    </dgm:pt>
    <dgm:pt modelId="{2426B893-B8D2-904E-8546-CEBEC78593BC}" type="pres">
      <dgm:prSet presAssocID="{A2EA8C3D-D7F9-4B2F-90C4-DA9541587C16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1E376AEA-8080-784B-8977-0F317D13C749}" type="pres">
      <dgm:prSet presAssocID="{A2EA8C3D-D7F9-4B2F-90C4-DA9541587C16}" presName="descendantText" presStyleLbl="alignAccFollowNode1" presStyleIdx="2" presStyleCnt="5">
        <dgm:presLayoutVars>
          <dgm:bulletEnabled/>
        </dgm:presLayoutVars>
      </dgm:prSet>
      <dgm:spPr/>
    </dgm:pt>
    <dgm:pt modelId="{651374FB-D112-CA47-8293-F86814B75AF1}" type="pres">
      <dgm:prSet presAssocID="{FA642A13-0ECE-410D-BB52-7C0A72C13E72}" presName="sp" presStyleCnt="0"/>
      <dgm:spPr/>
    </dgm:pt>
    <dgm:pt modelId="{B1EFA13B-BFBB-B34B-8EBF-2A1A653D8027}" type="pres">
      <dgm:prSet presAssocID="{8778CABD-96FD-40E6-B384-F2D4CEBC94E6}" presName="linNode" presStyleCnt="0"/>
      <dgm:spPr/>
    </dgm:pt>
    <dgm:pt modelId="{BFFAEFA2-0327-CF48-95E4-D5C8A3FE0EA8}" type="pres">
      <dgm:prSet presAssocID="{8778CABD-96FD-40E6-B384-F2D4CEBC94E6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1A7365C9-041C-7742-B0A0-EC526FBA3D1D}" type="pres">
      <dgm:prSet presAssocID="{8778CABD-96FD-40E6-B384-F2D4CEBC94E6}" presName="descendantText" presStyleLbl="alignAccFollowNode1" presStyleIdx="3" presStyleCnt="5">
        <dgm:presLayoutVars>
          <dgm:bulletEnabled/>
        </dgm:presLayoutVars>
      </dgm:prSet>
      <dgm:spPr/>
    </dgm:pt>
    <dgm:pt modelId="{7EC6FF63-9A45-914A-8706-4363206F26BF}" type="pres">
      <dgm:prSet presAssocID="{39E8FCCB-B162-454D-902D-4B6993A721BF}" presName="sp" presStyleCnt="0"/>
      <dgm:spPr/>
    </dgm:pt>
    <dgm:pt modelId="{C0A18089-96FD-A948-9AEC-B746F211D253}" type="pres">
      <dgm:prSet presAssocID="{E229C4C3-B4EB-4F62-9936-C92B17EE9A0D}" presName="linNode" presStyleCnt="0"/>
      <dgm:spPr/>
    </dgm:pt>
    <dgm:pt modelId="{5B94D4A9-D93F-7C4C-8069-5CD8066F61C2}" type="pres">
      <dgm:prSet presAssocID="{E229C4C3-B4EB-4F62-9936-C92B17EE9A0D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BD7FDB82-43CB-FB4B-BE99-06E1BC30B7BF}" type="pres">
      <dgm:prSet presAssocID="{E229C4C3-B4EB-4F62-9936-C92B17EE9A0D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F4F1151A-BBA2-46AD-B0CF-E01E75B22908}" srcId="{E229C4C3-B4EB-4F62-9936-C92B17EE9A0D}" destId="{AA76BD7F-5CD9-423F-BE46-70CEC0D4F78C}" srcOrd="0" destOrd="0" parTransId="{1B14A5B1-31C2-471B-BA64-0D37D946C936}" sibTransId="{197466D9-CF51-4E80-9BBD-D93B33DF04A3}"/>
    <dgm:cxn modelId="{6CA8511D-C332-4E71-8B4D-A0E0BD8D35DC}" srcId="{E380E109-1E57-4F3D-A04A-FBEEF8156EA2}" destId="{A2EA8C3D-D7F9-4B2F-90C4-DA9541587C16}" srcOrd="2" destOrd="0" parTransId="{1025054C-E897-476F-982B-3C8983942CF1}" sibTransId="{FA642A13-0ECE-410D-BB52-7C0A72C13E72}"/>
    <dgm:cxn modelId="{22011221-DB84-DE48-A555-6EB5B4204E3F}" type="presOf" srcId="{D0832BB4-2B92-49D3-AF70-4F15DD493E3F}" destId="{2EDD3FF9-7D4B-7645-AD2E-1A009206A408}" srcOrd="0" destOrd="1" presId="urn:microsoft.com/office/officeart/2016/7/layout/VerticalSolidActionList"/>
    <dgm:cxn modelId="{BAD33727-19CC-8042-B692-66ED46B11911}" type="presOf" srcId="{8778CABD-96FD-40E6-B384-F2D4CEBC94E6}" destId="{BFFAEFA2-0327-CF48-95E4-D5C8A3FE0EA8}" srcOrd="0" destOrd="0" presId="urn:microsoft.com/office/officeart/2016/7/layout/VerticalSolidActionList"/>
    <dgm:cxn modelId="{EC6A4D28-1B70-4D9C-984A-31ED90467131}" srcId="{E380E109-1E57-4F3D-A04A-FBEEF8156EA2}" destId="{6AC820CE-81B4-465C-A811-91D643E3B8F4}" srcOrd="1" destOrd="0" parTransId="{A401274F-5992-44DC-8180-0E5619675411}" sibTransId="{085D7A27-81C2-4A4B-A761-D4A06BCA4D1E}"/>
    <dgm:cxn modelId="{25A9C633-5989-254E-9894-1C46B48CA780}" type="presOf" srcId="{A2EA8C3D-D7F9-4B2F-90C4-DA9541587C16}" destId="{2426B893-B8D2-904E-8546-CEBEC78593BC}" srcOrd="0" destOrd="0" presId="urn:microsoft.com/office/officeart/2016/7/layout/VerticalSolidActionList"/>
    <dgm:cxn modelId="{15FFDF4D-A1EF-4097-94AC-4D031B9EA55C}" srcId="{A2EA8C3D-D7F9-4B2F-90C4-DA9541587C16}" destId="{ADE096AE-9A1F-4851-ABA2-B036B789BC45}" srcOrd="1" destOrd="0" parTransId="{9628BF27-0868-49D7-BC04-D8BF6B6B7E7C}" sibTransId="{2C74FCC4-F74F-4C36-9C23-976A49D7A898}"/>
    <dgm:cxn modelId="{06EB1661-66FD-4BFF-957A-2DE60939042B}" srcId="{EB009925-8ABE-4B39-9D6D-FF822A47AD6A}" destId="{B869379C-BCCA-4F03-A82F-17CE1095EDF9}" srcOrd="1" destOrd="0" parTransId="{E4C5A861-8660-4C53-B1A8-4F96F7388F94}" sibTransId="{CEFC2425-C170-4A8D-8B4F-85BDD699258A}"/>
    <dgm:cxn modelId="{2C07B06C-C82C-474E-BAA4-DB77026E2316}" type="presOf" srcId="{E380E109-1E57-4F3D-A04A-FBEEF8156EA2}" destId="{041E3B61-4BC5-F64E-93E0-987ACADC3BFD}" srcOrd="0" destOrd="0" presId="urn:microsoft.com/office/officeart/2016/7/layout/VerticalSolidActionList"/>
    <dgm:cxn modelId="{6DB5CA71-E90C-AE49-9007-49C6F649788D}" type="presOf" srcId="{EB009925-8ABE-4B39-9D6D-FF822A47AD6A}" destId="{C8505832-9387-CE48-861D-51CC4CC70C91}" srcOrd="0" destOrd="0" presId="urn:microsoft.com/office/officeart/2016/7/layout/VerticalSolidActionList"/>
    <dgm:cxn modelId="{9373E877-CDE6-5C4C-A786-13569CBB296F}" type="presOf" srcId="{4F428801-0C05-4B98-8435-E769A7BD62F4}" destId="{15EAE0A4-A9A5-F14D-82A0-34250B8B8F1A}" srcOrd="0" destOrd="0" presId="urn:microsoft.com/office/officeart/2016/7/layout/VerticalSolidActionList"/>
    <dgm:cxn modelId="{09B1B37F-1C19-4822-AC31-0CF7BE55572F}" srcId="{E380E109-1E57-4F3D-A04A-FBEEF8156EA2}" destId="{8778CABD-96FD-40E6-B384-F2D4CEBC94E6}" srcOrd="3" destOrd="0" parTransId="{F947AA3F-60C0-4496-8F6B-3BDB0DA0A07F}" sibTransId="{39E8FCCB-B162-454D-902D-4B6993A721BF}"/>
    <dgm:cxn modelId="{619D0681-97C7-174D-87ED-AF15E1EA8ACE}" type="presOf" srcId="{ADE096AE-9A1F-4851-ABA2-B036B789BC45}" destId="{1E376AEA-8080-784B-8977-0F317D13C749}" srcOrd="0" destOrd="1" presId="urn:microsoft.com/office/officeart/2016/7/layout/VerticalSolidActionList"/>
    <dgm:cxn modelId="{70BABE91-8314-4446-B47C-254F55D202CD}" srcId="{E380E109-1E57-4F3D-A04A-FBEEF8156EA2}" destId="{EB009925-8ABE-4B39-9D6D-FF822A47AD6A}" srcOrd="0" destOrd="0" parTransId="{D12B73E2-C7D7-477D-8680-C6C7D289F9FB}" sibTransId="{424EF3B2-7378-4FE9-8E1D-D63ECB36EB83}"/>
    <dgm:cxn modelId="{E0F7189D-97E0-3B4D-B4E4-28E698AB3688}" type="presOf" srcId="{AA76BD7F-5CD9-423F-BE46-70CEC0D4F78C}" destId="{BD7FDB82-43CB-FB4B-BE99-06E1BC30B7BF}" srcOrd="0" destOrd="0" presId="urn:microsoft.com/office/officeart/2016/7/layout/VerticalSolidActionList"/>
    <dgm:cxn modelId="{5351379E-CA6F-49C2-B50E-EDD1D50F9559}" srcId="{EB009925-8ABE-4B39-9D6D-FF822A47AD6A}" destId="{4F428801-0C05-4B98-8435-E769A7BD62F4}" srcOrd="0" destOrd="0" parTransId="{34D18EB3-C794-41B5-AD46-52DF74734AB0}" sibTransId="{52845D6F-E677-4042-9A39-01918EFFAB62}"/>
    <dgm:cxn modelId="{A8990DA1-C015-48B7-AE9D-37CCF309F637}" srcId="{E380E109-1E57-4F3D-A04A-FBEEF8156EA2}" destId="{E229C4C3-B4EB-4F62-9936-C92B17EE9A0D}" srcOrd="4" destOrd="0" parTransId="{90F07F91-0050-4846-BEAA-73D8FDF9058D}" sibTransId="{EE6830FE-E618-430A-B863-D96205184772}"/>
    <dgm:cxn modelId="{9A5941AD-5FCA-4204-BC3E-749698630629}" srcId="{A2EA8C3D-D7F9-4B2F-90C4-DA9541587C16}" destId="{61DEAE1A-3BC9-48E4-8697-4A3861E9DA8F}" srcOrd="0" destOrd="0" parTransId="{59AFA3FF-1C38-45F3-8A6F-09251A5FCEE8}" sibTransId="{6B0D288F-A9B8-4694-9B82-756B1B01B53C}"/>
    <dgm:cxn modelId="{F63EE4B8-EA26-DE4C-9966-ECD9D6A7C266}" type="presOf" srcId="{E229C4C3-B4EB-4F62-9936-C92B17EE9A0D}" destId="{5B94D4A9-D93F-7C4C-8069-5CD8066F61C2}" srcOrd="0" destOrd="0" presId="urn:microsoft.com/office/officeart/2016/7/layout/VerticalSolidActionList"/>
    <dgm:cxn modelId="{13A4BBD5-7F47-49CC-A54B-1B7400C44BA6}" srcId="{8778CABD-96FD-40E6-B384-F2D4CEBC94E6}" destId="{25DC5402-C9A3-4572-9FDC-201B15E85EFB}" srcOrd="0" destOrd="0" parTransId="{89A1D3B2-9F56-42DF-B35B-014C949D3CB0}" sibTransId="{B975F228-6691-4529-9638-8628B8771446}"/>
    <dgm:cxn modelId="{314690DA-CF5C-6247-82B5-3B6246EFB694}" type="presOf" srcId="{25DC5402-C9A3-4572-9FDC-201B15E85EFB}" destId="{1A7365C9-041C-7742-B0A0-EC526FBA3D1D}" srcOrd="0" destOrd="0" presId="urn:microsoft.com/office/officeart/2016/7/layout/VerticalSolidActionList"/>
    <dgm:cxn modelId="{8A5BB5E1-49B8-624D-98A1-E62897ED3906}" type="presOf" srcId="{B869379C-BCCA-4F03-A82F-17CE1095EDF9}" destId="{15EAE0A4-A9A5-F14D-82A0-34250B8B8F1A}" srcOrd="0" destOrd="1" presId="urn:microsoft.com/office/officeart/2016/7/layout/VerticalSolidActionList"/>
    <dgm:cxn modelId="{8BD4A9E7-1E4F-144B-823A-51E11C1B147B}" type="presOf" srcId="{61DEAE1A-3BC9-48E4-8697-4A3861E9DA8F}" destId="{1E376AEA-8080-784B-8977-0F317D13C749}" srcOrd="0" destOrd="0" presId="urn:microsoft.com/office/officeart/2016/7/layout/VerticalSolidActionList"/>
    <dgm:cxn modelId="{4E6BD1EE-71ED-3345-A295-C95B868F0912}" type="presOf" srcId="{6AC820CE-81B4-465C-A811-91D643E3B8F4}" destId="{AFC6331C-4A46-DD4F-8BAA-49C467FB114B}" srcOrd="0" destOrd="0" presId="urn:microsoft.com/office/officeart/2016/7/layout/VerticalSolidActionList"/>
    <dgm:cxn modelId="{03113AF6-E116-459A-8995-9994A85211DB}" srcId="{6AC820CE-81B4-465C-A811-91D643E3B8F4}" destId="{95897C0E-C290-4758-9AAF-5C2FFE912ABB}" srcOrd="0" destOrd="0" parTransId="{D4FFF5B6-E1DF-4DF7-9B90-DA99915A3515}" sibTransId="{54EF535B-397B-48D0-821F-A518095F7328}"/>
    <dgm:cxn modelId="{60089BFA-B191-4694-9FC9-BA45C1143AA7}" srcId="{6AC820CE-81B4-465C-A811-91D643E3B8F4}" destId="{D0832BB4-2B92-49D3-AF70-4F15DD493E3F}" srcOrd="1" destOrd="0" parTransId="{D3FF2B79-59CB-4A33-B21E-FEB79E886290}" sibTransId="{AFB8FCD5-E073-41EA-9B9C-301E7387F8D5}"/>
    <dgm:cxn modelId="{E4F17EFC-0788-6048-8D14-00D77F2F9439}" type="presOf" srcId="{95897C0E-C290-4758-9AAF-5C2FFE912ABB}" destId="{2EDD3FF9-7D4B-7645-AD2E-1A009206A408}" srcOrd="0" destOrd="0" presId="urn:microsoft.com/office/officeart/2016/7/layout/VerticalSolidActionList"/>
    <dgm:cxn modelId="{AA617F51-FC2D-4343-9F2C-51BA732D0C6E}" type="presParOf" srcId="{041E3B61-4BC5-F64E-93E0-987ACADC3BFD}" destId="{84DAC9B3-E56B-C445-89B3-E6DE5885EC60}" srcOrd="0" destOrd="0" presId="urn:microsoft.com/office/officeart/2016/7/layout/VerticalSolidActionList"/>
    <dgm:cxn modelId="{893CC289-7EBD-514A-8788-4271B962C739}" type="presParOf" srcId="{84DAC9B3-E56B-C445-89B3-E6DE5885EC60}" destId="{C8505832-9387-CE48-861D-51CC4CC70C91}" srcOrd="0" destOrd="0" presId="urn:microsoft.com/office/officeart/2016/7/layout/VerticalSolidActionList"/>
    <dgm:cxn modelId="{8D9B6F49-1CB9-5246-813E-0ADB81E6BB5A}" type="presParOf" srcId="{84DAC9B3-E56B-C445-89B3-E6DE5885EC60}" destId="{15EAE0A4-A9A5-F14D-82A0-34250B8B8F1A}" srcOrd="1" destOrd="0" presId="urn:microsoft.com/office/officeart/2016/7/layout/VerticalSolidActionList"/>
    <dgm:cxn modelId="{D1F5F705-27AF-7C4B-A5AC-DE0CA404EAC7}" type="presParOf" srcId="{041E3B61-4BC5-F64E-93E0-987ACADC3BFD}" destId="{0394C276-F2D9-3548-A3B6-6AFC94A7994F}" srcOrd="1" destOrd="0" presId="urn:microsoft.com/office/officeart/2016/7/layout/VerticalSolidActionList"/>
    <dgm:cxn modelId="{51C48314-B6F6-E34F-8358-507FF45F85FC}" type="presParOf" srcId="{041E3B61-4BC5-F64E-93E0-987ACADC3BFD}" destId="{D03C6C6A-EA3D-6C4F-BA77-9BFA89AC1AD6}" srcOrd="2" destOrd="0" presId="urn:microsoft.com/office/officeart/2016/7/layout/VerticalSolidActionList"/>
    <dgm:cxn modelId="{E3A678A7-AD2C-E243-A42E-BEB0F3534C70}" type="presParOf" srcId="{D03C6C6A-EA3D-6C4F-BA77-9BFA89AC1AD6}" destId="{AFC6331C-4A46-DD4F-8BAA-49C467FB114B}" srcOrd="0" destOrd="0" presId="urn:microsoft.com/office/officeart/2016/7/layout/VerticalSolidActionList"/>
    <dgm:cxn modelId="{62CAF4E8-4996-7943-8DD5-06CCCE50A265}" type="presParOf" srcId="{D03C6C6A-EA3D-6C4F-BA77-9BFA89AC1AD6}" destId="{2EDD3FF9-7D4B-7645-AD2E-1A009206A408}" srcOrd="1" destOrd="0" presId="urn:microsoft.com/office/officeart/2016/7/layout/VerticalSolidActionList"/>
    <dgm:cxn modelId="{2CB6B32B-E54A-804D-826E-9659728E7A2C}" type="presParOf" srcId="{041E3B61-4BC5-F64E-93E0-987ACADC3BFD}" destId="{7B648F8F-FD92-284F-9176-791B726E5CDD}" srcOrd="3" destOrd="0" presId="urn:microsoft.com/office/officeart/2016/7/layout/VerticalSolidActionList"/>
    <dgm:cxn modelId="{D1E861F4-6779-E148-A8BE-F4A90168203C}" type="presParOf" srcId="{041E3B61-4BC5-F64E-93E0-987ACADC3BFD}" destId="{447DCE96-EA39-354F-9DFC-C4F3DEEC6587}" srcOrd="4" destOrd="0" presId="urn:microsoft.com/office/officeart/2016/7/layout/VerticalSolidActionList"/>
    <dgm:cxn modelId="{300A8FFA-B2EE-594F-AFA8-1918850B80E1}" type="presParOf" srcId="{447DCE96-EA39-354F-9DFC-C4F3DEEC6587}" destId="{2426B893-B8D2-904E-8546-CEBEC78593BC}" srcOrd="0" destOrd="0" presId="urn:microsoft.com/office/officeart/2016/7/layout/VerticalSolidActionList"/>
    <dgm:cxn modelId="{C39CFD0C-9AD9-B54A-8246-67A45BF0F6BC}" type="presParOf" srcId="{447DCE96-EA39-354F-9DFC-C4F3DEEC6587}" destId="{1E376AEA-8080-784B-8977-0F317D13C749}" srcOrd="1" destOrd="0" presId="urn:microsoft.com/office/officeart/2016/7/layout/VerticalSolidActionList"/>
    <dgm:cxn modelId="{BCE320B9-94B4-DD4A-9DCD-AB5BE069D9A2}" type="presParOf" srcId="{041E3B61-4BC5-F64E-93E0-987ACADC3BFD}" destId="{651374FB-D112-CA47-8293-F86814B75AF1}" srcOrd="5" destOrd="0" presId="urn:microsoft.com/office/officeart/2016/7/layout/VerticalSolidActionList"/>
    <dgm:cxn modelId="{7CCFB21D-94E4-8646-A392-1415A9B1EA6E}" type="presParOf" srcId="{041E3B61-4BC5-F64E-93E0-987ACADC3BFD}" destId="{B1EFA13B-BFBB-B34B-8EBF-2A1A653D8027}" srcOrd="6" destOrd="0" presId="urn:microsoft.com/office/officeart/2016/7/layout/VerticalSolidActionList"/>
    <dgm:cxn modelId="{B79A3EB1-6D4D-9047-9F29-4F8AE7ABDC60}" type="presParOf" srcId="{B1EFA13B-BFBB-B34B-8EBF-2A1A653D8027}" destId="{BFFAEFA2-0327-CF48-95E4-D5C8A3FE0EA8}" srcOrd="0" destOrd="0" presId="urn:microsoft.com/office/officeart/2016/7/layout/VerticalSolidActionList"/>
    <dgm:cxn modelId="{D65A3994-FA93-5040-9B30-3AE690DD12D3}" type="presParOf" srcId="{B1EFA13B-BFBB-B34B-8EBF-2A1A653D8027}" destId="{1A7365C9-041C-7742-B0A0-EC526FBA3D1D}" srcOrd="1" destOrd="0" presId="urn:microsoft.com/office/officeart/2016/7/layout/VerticalSolidActionList"/>
    <dgm:cxn modelId="{2B561E77-5DE6-2348-9806-42779ECDC16C}" type="presParOf" srcId="{041E3B61-4BC5-F64E-93E0-987ACADC3BFD}" destId="{7EC6FF63-9A45-914A-8706-4363206F26BF}" srcOrd="7" destOrd="0" presId="urn:microsoft.com/office/officeart/2016/7/layout/VerticalSolidActionList"/>
    <dgm:cxn modelId="{7A5AFE2B-B403-814F-9DD9-B28130B235C4}" type="presParOf" srcId="{041E3B61-4BC5-F64E-93E0-987ACADC3BFD}" destId="{C0A18089-96FD-A948-9AEC-B746F211D253}" srcOrd="8" destOrd="0" presId="urn:microsoft.com/office/officeart/2016/7/layout/VerticalSolidActionList"/>
    <dgm:cxn modelId="{76D539D9-1614-174C-AA5E-B9B27FDA4D66}" type="presParOf" srcId="{C0A18089-96FD-A948-9AEC-B746F211D253}" destId="{5B94D4A9-D93F-7C4C-8069-5CD8066F61C2}" srcOrd="0" destOrd="0" presId="urn:microsoft.com/office/officeart/2016/7/layout/VerticalSolidActionList"/>
    <dgm:cxn modelId="{7AA236F1-CF45-DE4D-A455-805B9B3EB88C}" type="presParOf" srcId="{C0A18089-96FD-A948-9AEC-B746F211D253}" destId="{BD7FDB82-43CB-FB4B-BE99-06E1BC30B7BF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12806E-1513-45E8-8797-0F24555AC93A}" type="doc">
      <dgm:prSet loTypeId="urn:microsoft.com/office/officeart/2005/8/layout/vList5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BF0D04-3586-4E6B-BCC8-AC9042EF1906}">
      <dgm:prSet/>
      <dgm:spPr/>
      <dgm:t>
        <a:bodyPr/>
        <a:lstStyle/>
        <a:p>
          <a:r>
            <a:rPr lang="fr-FR"/>
            <a:t>Decision Making:</a:t>
          </a:r>
          <a:endParaRPr lang="en-US"/>
        </a:p>
      </dgm:t>
    </dgm:pt>
    <dgm:pt modelId="{7E3F3AC7-0C91-462C-AFFE-A23C6FD2D982}" type="parTrans" cxnId="{D10ACC65-7A7F-4D57-AA4B-CD24220F0A77}">
      <dgm:prSet/>
      <dgm:spPr/>
      <dgm:t>
        <a:bodyPr/>
        <a:lstStyle/>
        <a:p>
          <a:endParaRPr lang="en-US"/>
        </a:p>
      </dgm:t>
    </dgm:pt>
    <dgm:pt modelId="{4F1A7B71-2453-4A14-AC8D-8836FA67AA8D}" type="sibTrans" cxnId="{D10ACC65-7A7F-4D57-AA4B-CD24220F0A77}">
      <dgm:prSet/>
      <dgm:spPr/>
      <dgm:t>
        <a:bodyPr/>
        <a:lstStyle/>
        <a:p>
          <a:endParaRPr lang="en-US"/>
        </a:p>
      </dgm:t>
    </dgm:pt>
    <dgm:pt modelId="{F78914EC-8692-493A-A702-5389C0B2EB9E}">
      <dgm:prSet/>
      <dgm:spPr/>
      <dgm:t>
        <a:bodyPr/>
        <a:lstStyle/>
        <a:p>
          <a:r>
            <a:rPr lang="fr-FR"/>
            <a:t>Agents make decisions based on their current state, battery level, and storage capacity.</a:t>
          </a:r>
          <a:endParaRPr lang="en-US"/>
        </a:p>
      </dgm:t>
    </dgm:pt>
    <dgm:pt modelId="{BC3C6141-AE9B-4737-8FBE-0BCC33532338}" type="parTrans" cxnId="{3EE7D650-37DD-41DA-AEE4-D290BC141643}">
      <dgm:prSet/>
      <dgm:spPr/>
      <dgm:t>
        <a:bodyPr/>
        <a:lstStyle/>
        <a:p>
          <a:endParaRPr lang="en-US"/>
        </a:p>
      </dgm:t>
    </dgm:pt>
    <dgm:pt modelId="{1A2FC926-574D-4856-9276-A7CBCD9B589A}" type="sibTrans" cxnId="{3EE7D650-37DD-41DA-AEE4-D290BC141643}">
      <dgm:prSet/>
      <dgm:spPr/>
      <dgm:t>
        <a:bodyPr/>
        <a:lstStyle/>
        <a:p>
          <a:endParaRPr lang="en-US"/>
        </a:p>
      </dgm:t>
    </dgm:pt>
    <dgm:pt modelId="{5D647AC8-255C-469C-B8A8-7491C6FCE64E}">
      <dgm:prSet/>
      <dgm:spPr/>
      <dgm:t>
        <a:bodyPr/>
        <a:lstStyle/>
        <a:p>
          <a:r>
            <a:rPr lang="fr-FR"/>
            <a:t>Efficiency:</a:t>
          </a:r>
          <a:endParaRPr lang="en-US"/>
        </a:p>
      </dgm:t>
    </dgm:pt>
    <dgm:pt modelId="{68FC7664-EFA8-4CDA-87D4-3819E916566A}" type="parTrans" cxnId="{3A333DC5-C736-4E16-B506-CE659E5FFD1B}">
      <dgm:prSet/>
      <dgm:spPr/>
      <dgm:t>
        <a:bodyPr/>
        <a:lstStyle/>
        <a:p>
          <a:endParaRPr lang="en-US"/>
        </a:p>
      </dgm:t>
    </dgm:pt>
    <dgm:pt modelId="{FF90D04A-BD74-470C-8645-98CA1EBCBA33}" type="sibTrans" cxnId="{3A333DC5-C736-4E16-B506-CE659E5FFD1B}">
      <dgm:prSet/>
      <dgm:spPr/>
      <dgm:t>
        <a:bodyPr/>
        <a:lstStyle/>
        <a:p>
          <a:endParaRPr lang="en-US"/>
        </a:p>
      </dgm:t>
    </dgm:pt>
    <dgm:pt modelId="{10BCA543-0C0D-4FD3-B596-D4BF940A1258}">
      <dgm:prSet/>
      <dgm:spPr/>
      <dgm:t>
        <a:bodyPr/>
        <a:lstStyle/>
        <a:p>
          <a:r>
            <a:rPr lang="fr-FR"/>
            <a:t>The game aims to optimize the efficiency of strawberry picking by coordinating the actions of drones and picker robots.</a:t>
          </a:r>
          <a:endParaRPr lang="en-US"/>
        </a:p>
      </dgm:t>
    </dgm:pt>
    <dgm:pt modelId="{4D35ED9F-5E02-45A2-963E-79F3448AFCBC}" type="parTrans" cxnId="{B7B9A021-7922-49AF-9875-F50F2C8C24E0}">
      <dgm:prSet/>
      <dgm:spPr/>
      <dgm:t>
        <a:bodyPr/>
        <a:lstStyle/>
        <a:p>
          <a:endParaRPr lang="en-US"/>
        </a:p>
      </dgm:t>
    </dgm:pt>
    <dgm:pt modelId="{C151C448-D481-4F9D-8CB7-6CE34AA98CFC}" type="sibTrans" cxnId="{B7B9A021-7922-49AF-9875-F50F2C8C24E0}">
      <dgm:prSet/>
      <dgm:spPr/>
      <dgm:t>
        <a:bodyPr/>
        <a:lstStyle/>
        <a:p>
          <a:endParaRPr lang="en-US"/>
        </a:p>
      </dgm:t>
    </dgm:pt>
    <dgm:pt modelId="{4A54A9F4-F859-4E70-AEBF-B66EBFE4A7A2}">
      <dgm:prSet/>
      <dgm:spPr/>
      <dgm:t>
        <a:bodyPr/>
        <a:lstStyle/>
        <a:p>
          <a:r>
            <a:rPr lang="fr-FR"/>
            <a:t>Scalability:</a:t>
          </a:r>
          <a:endParaRPr lang="en-US"/>
        </a:p>
      </dgm:t>
    </dgm:pt>
    <dgm:pt modelId="{3EF06C53-02CD-4184-AFDA-AFB8E15DCC8F}" type="parTrans" cxnId="{CC69A056-2FBB-4B47-8B62-51A80F0849C1}">
      <dgm:prSet/>
      <dgm:spPr/>
      <dgm:t>
        <a:bodyPr/>
        <a:lstStyle/>
        <a:p>
          <a:endParaRPr lang="en-US"/>
        </a:p>
      </dgm:t>
    </dgm:pt>
    <dgm:pt modelId="{C41BBE4F-93BD-4655-A7A0-CF2FCDA801BB}" type="sibTrans" cxnId="{CC69A056-2FBB-4B47-8B62-51A80F0849C1}">
      <dgm:prSet/>
      <dgm:spPr/>
      <dgm:t>
        <a:bodyPr/>
        <a:lstStyle/>
        <a:p>
          <a:endParaRPr lang="en-US"/>
        </a:p>
      </dgm:t>
    </dgm:pt>
    <dgm:pt modelId="{7B2573F8-790A-4FD0-8F3A-0C925D435D76}">
      <dgm:prSet/>
      <dgm:spPr/>
      <dgm:t>
        <a:bodyPr/>
        <a:lstStyle/>
        <a:p>
          <a:r>
            <a:rPr lang="fr-FR" dirty="0"/>
            <a:t>The </a:t>
          </a:r>
          <a:r>
            <a:rPr lang="fr-FR" dirty="0" err="1"/>
            <a:t>game</a:t>
          </a:r>
          <a:r>
            <a:rPr lang="fr-FR" dirty="0"/>
            <a:t> can </a:t>
          </a:r>
          <a:r>
            <a:rPr lang="fr-FR" dirty="0" err="1"/>
            <a:t>be</a:t>
          </a:r>
          <a:r>
            <a:rPr lang="fr-FR" dirty="0"/>
            <a:t> </a:t>
          </a:r>
          <a:r>
            <a:rPr lang="fr-FR" dirty="0" err="1"/>
            <a:t>scaled</a:t>
          </a:r>
          <a:r>
            <a:rPr lang="fr-FR" dirty="0"/>
            <a:t> by </a:t>
          </a:r>
          <a:r>
            <a:rPr lang="fr-FR" dirty="0" err="1"/>
            <a:t>adjusting</a:t>
          </a:r>
          <a:r>
            <a:rPr lang="fr-FR" dirty="0"/>
            <a:t> the </a:t>
          </a:r>
          <a:r>
            <a:rPr lang="fr-FR" dirty="0" err="1"/>
            <a:t>number</a:t>
          </a:r>
          <a:r>
            <a:rPr lang="fr-FR" dirty="0"/>
            <a:t> of drones and </a:t>
          </a:r>
          <a:r>
            <a:rPr lang="fr-FR" dirty="0" err="1"/>
            <a:t>picker</a:t>
          </a:r>
          <a:r>
            <a:rPr lang="fr-FR" dirty="0"/>
            <a:t> robots.</a:t>
          </a:r>
          <a:endParaRPr lang="en-US" dirty="0"/>
        </a:p>
      </dgm:t>
    </dgm:pt>
    <dgm:pt modelId="{B0083F1C-B685-4AC8-84C7-B2FCBEA2E0B6}" type="parTrans" cxnId="{A0FE38C6-C215-427A-A725-435EA09CF26D}">
      <dgm:prSet/>
      <dgm:spPr/>
      <dgm:t>
        <a:bodyPr/>
        <a:lstStyle/>
        <a:p>
          <a:endParaRPr lang="en-US"/>
        </a:p>
      </dgm:t>
    </dgm:pt>
    <dgm:pt modelId="{B649B904-23EE-4A91-8E3A-D1DC64BBDE6F}" type="sibTrans" cxnId="{A0FE38C6-C215-427A-A725-435EA09CF26D}">
      <dgm:prSet/>
      <dgm:spPr/>
      <dgm:t>
        <a:bodyPr/>
        <a:lstStyle/>
        <a:p>
          <a:endParaRPr lang="en-US"/>
        </a:p>
      </dgm:t>
    </dgm:pt>
    <dgm:pt modelId="{99E862A2-0411-485B-A0AF-E9CC970A7A82}">
      <dgm:prSet/>
      <dgm:spPr/>
      <dgm:t>
        <a:bodyPr/>
        <a:lstStyle/>
        <a:p>
          <a:r>
            <a:rPr lang="fr-FR"/>
            <a:t>Realism:</a:t>
          </a:r>
          <a:endParaRPr lang="en-US"/>
        </a:p>
      </dgm:t>
    </dgm:pt>
    <dgm:pt modelId="{9D7AF3A6-BD40-4C0B-ADF2-ABF490C371E6}" type="parTrans" cxnId="{3ACFB6FD-C001-4BEA-9A53-AF1673D0397C}">
      <dgm:prSet/>
      <dgm:spPr/>
      <dgm:t>
        <a:bodyPr/>
        <a:lstStyle/>
        <a:p>
          <a:endParaRPr lang="en-US"/>
        </a:p>
      </dgm:t>
    </dgm:pt>
    <dgm:pt modelId="{4EA62352-F2AE-47FE-998A-2D3C37A49B41}" type="sibTrans" cxnId="{3ACFB6FD-C001-4BEA-9A53-AF1673D0397C}">
      <dgm:prSet/>
      <dgm:spPr/>
      <dgm:t>
        <a:bodyPr/>
        <a:lstStyle/>
        <a:p>
          <a:endParaRPr lang="en-US"/>
        </a:p>
      </dgm:t>
    </dgm:pt>
    <dgm:pt modelId="{8CB95858-665D-405E-8AD9-BB63B0E8EEAC}">
      <dgm:prSet/>
      <dgm:spPr/>
      <dgm:t>
        <a:bodyPr/>
        <a:lstStyle/>
        <a:p>
          <a:r>
            <a:rPr lang="fr-FR"/>
            <a:t>The game incorporates real-world constraints such as battery life, storage capacity, and regrowth time for strawberries.</a:t>
          </a:r>
          <a:endParaRPr lang="en-US"/>
        </a:p>
      </dgm:t>
    </dgm:pt>
    <dgm:pt modelId="{53ECA4FF-875F-4B8B-8CBF-0D24CBE8A150}" type="parTrans" cxnId="{CAAD281E-9D6D-483E-AE2B-25EAB0A6E9E4}">
      <dgm:prSet/>
      <dgm:spPr/>
      <dgm:t>
        <a:bodyPr/>
        <a:lstStyle/>
        <a:p>
          <a:endParaRPr lang="en-US"/>
        </a:p>
      </dgm:t>
    </dgm:pt>
    <dgm:pt modelId="{1FF19554-20A2-4F31-B448-42634595550F}" type="sibTrans" cxnId="{CAAD281E-9D6D-483E-AE2B-25EAB0A6E9E4}">
      <dgm:prSet/>
      <dgm:spPr/>
      <dgm:t>
        <a:bodyPr/>
        <a:lstStyle/>
        <a:p>
          <a:endParaRPr lang="en-US"/>
        </a:p>
      </dgm:t>
    </dgm:pt>
    <dgm:pt modelId="{8301FDBD-A43B-D248-A238-DB175C7A1E0D}" type="pres">
      <dgm:prSet presAssocID="{2712806E-1513-45E8-8797-0F24555AC93A}" presName="Name0" presStyleCnt="0">
        <dgm:presLayoutVars>
          <dgm:dir/>
          <dgm:animLvl val="lvl"/>
          <dgm:resizeHandles val="exact"/>
        </dgm:presLayoutVars>
      </dgm:prSet>
      <dgm:spPr/>
    </dgm:pt>
    <dgm:pt modelId="{4D27C46B-5262-B84A-BB81-EEB2A035B29F}" type="pres">
      <dgm:prSet presAssocID="{9EBF0D04-3586-4E6B-BCC8-AC9042EF1906}" presName="linNode" presStyleCnt="0"/>
      <dgm:spPr/>
    </dgm:pt>
    <dgm:pt modelId="{25557A88-E95E-0545-A7D5-0DE9326ABD7A}" type="pres">
      <dgm:prSet presAssocID="{9EBF0D04-3586-4E6B-BCC8-AC9042EF190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7929857-1A51-1D44-95D4-2CF6B3D36CC3}" type="pres">
      <dgm:prSet presAssocID="{9EBF0D04-3586-4E6B-BCC8-AC9042EF1906}" presName="descendantText" presStyleLbl="alignAccFollowNode1" presStyleIdx="0" presStyleCnt="4">
        <dgm:presLayoutVars>
          <dgm:bulletEnabled val="1"/>
        </dgm:presLayoutVars>
      </dgm:prSet>
      <dgm:spPr/>
    </dgm:pt>
    <dgm:pt modelId="{A02E0043-E093-8C40-9FB6-A1AA733855FF}" type="pres">
      <dgm:prSet presAssocID="{4F1A7B71-2453-4A14-AC8D-8836FA67AA8D}" presName="sp" presStyleCnt="0"/>
      <dgm:spPr/>
    </dgm:pt>
    <dgm:pt modelId="{F3C88671-90A7-E84F-8AA1-20BF9AAE3F94}" type="pres">
      <dgm:prSet presAssocID="{5D647AC8-255C-469C-B8A8-7491C6FCE64E}" presName="linNode" presStyleCnt="0"/>
      <dgm:spPr/>
    </dgm:pt>
    <dgm:pt modelId="{437621FE-60F8-8F4A-9E55-5288EBC1ABCA}" type="pres">
      <dgm:prSet presAssocID="{5D647AC8-255C-469C-B8A8-7491C6FCE64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031F629-190C-1040-AB2D-5145F17E1E40}" type="pres">
      <dgm:prSet presAssocID="{5D647AC8-255C-469C-B8A8-7491C6FCE64E}" presName="descendantText" presStyleLbl="alignAccFollowNode1" presStyleIdx="1" presStyleCnt="4">
        <dgm:presLayoutVars>
          <dgm:bulletEnabled val="1"/>
        </dgm:presLayoutVars>
      </dgm:prSet>
      <dgm:spPr/>
    </dgm:pt>
    <dgm:pt modelId="{5DBAA064-1E83-EE4A-8E69-FC2D85154C5B}" type="pres">
      <dgm:prSet presAssocID="{FF90D04A-BD74-470C-8645-98CA1EBCBA33}" presName="sp" presStyleCnt="0"/>
      <dgm:spPr/>
    </dgm:pt>
    <dgm:pt modelId="{64EE1766-EA6C-EF46-8F29-670D80EEF546}" type="pres">
      <dgm:prSet presAssocID="{4A54A9F4-F859-4E70-AEBF-B66EBFE4A7A2}" presName="linNode" presStyleCnt="0"/>
      <dgm:spPr/>
    </dgm:pt>
    <dgm:pt modelId="{F8B0BCEA-FCD2-EB47-BF6C-A6C94343EF2A}" type="pres">
      <dgm:prSet presAssocID="{4A54A9F4-F859-4E70-AEBF-B66EBFE4A7A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6286A72-E17F-C346-AC59-ED36BEA6596F}" type="pres">
      <dgm:prSet presAssocID="{4A54A9F4-F859-4E70-AEBF-B66EBFE4A7A2}" presName="descendantText" presStyleLbl="alignAccFollowNode1" presStyleIdx="2" presStyleCnt="4">
        <dgm:presLayoutVars>
          <dgm:bulletEnabled val="1"/>
        </dgm:presLayoutVars>
      </dgm:prSet>
      <dgm:spPr/>
    </dgm:pt>
    <dgm:pt modelId="{73CBCA8C-A425-D443-852A-725612321FF2}" type="pres">
      <dgm:prSet presAssocID="{C41BBE4F-93BD-4655-A7A0-CF2FCDA801BB}" presName="sp" presStyleCnt="0"/>
      <dgm:spPr/>
    </dgm:pt>
    <dgm:pt modelId="{A5BEC7C1-A979-EC4C-844A-EF5E2124C160}" type="pres">
      <dgm:prSet presAssocID="{99E862A2-0411-485B-A0AF-E9CC970A7A82}" presName="linNode" presStyleCnt="0"/>
      <dgm:spPr/>
    </dgm:pt>
    <dgm:pt modelId="{91702E42-947A-924E-84C1-F4742A91C1C1}" type="pres">
      <dgm:prSet presAssocID="{99E862A2-0411-485B-A0AF-E9CC970A7A8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DC252D21-1D8F-EB43-BC6E-6B26674B051D}" type="pres">
      <dgm:prSet presAssocID="{99E862A2-0411-485B-A0AF-E9CC970A7A8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AAD281E-9D6D-483E-AE2B-25EAB0A6E9E4}" srcId="{99E862A2-0411-485B-A0AF-E9CC970A7A82}" destId="{8CB95858-665D-405E-8AD9-BB63B0E8EEAC}" srcOrd="0" destOrd="0" parTransId="{53ECA4FF-875F-4B8B-8CBF-0D24CBE8A150}" sibTransId="{1FF19554-20A2-4F31-B448-42634595550F}"/>
    <dgm:cxn modelId="{B7B9A021-7922-49AF-9875-F50F2C8C24E0}" srcId="{5D647AC8-255C-469C-B8A8-7491C6FCE64E}" destId="{10BCA543-0C0D-4FD3-B596-D4BF940A1258}" srcOrd="0" destOrd="0" parTransId="{4D35ED9F-5E02-45A2-963E-79F3448AFCBC}" sibTransId="{C151C448-D481-4F9D-8CB7-6CE34AA98CFC}"/>
    <dgm:cxn modelId="{48504633-C7CA-5544-800D-47CB036248B4}" type="presOf" srcId="{10BCA543-0C0D-4FD3-B596-D4BF940A1258}" destId="{E031F629-190C-1040-AB2D-5145F17E1E40}" srcOrd="0" destOrd="0" presId="urn:microsoft.com/office/officeart/2005/8/layout/vList5"/>
    <dgm:cxn modelId="{3EE7D650-37DD-41DA-AEE4-D290BC141643}" srcId="{9EBF0D04-3586-4E6B-BCC8-AC9042EF1906}" destId="{F78914EC-8692-493A-A702-5389C0B2EB9E}" srcOrd="0" destOrd="0" parTransId="{BC3C6141-AE9B-4737-8FBE-0BCC33532338}" sibTransId="{1A2FC926-574D-4856-9276-A7CBCD9B589A}"/>
    <dgm:cxn modelId="{CC69A056-2FBB-4B47-8B62-51A80F0849C1}" srcId="{2712806E-1513-45E8-8797-0F24555AC93A}" destId="{4A54A9F4-F859-4E70-AEBF-B66EBFE4A7A2}" srcOrd="2" destOrd="0" parTransId="{3EF06C53-02CD-4184-AFDA-AFB8E15DCC8F}" sibTransId="{C41BBE4F-93BD-4655-A7A0-CF2FCDA801BB}"/>
    <dgm:cxn modelId="{E654BC60-6D3C-6B40-8DF8-E799BD013BC0}" type="presOf" srcId="{F78914EC-8692-493A-A702-5389C0B2EB9E}" destId="{57929857-1A51-1D44-95D4-2CF6B3D36CC3}" srcOrd="0" destOrd="0" presId="urn:microsoft.com/office/officeart/2005/8/layout/vList5"/>
    <dgm:cxn modelId="{D10ACC65-7A7F-4D57-AA4B-CD24220F0A77}" srcId="{2712806E-1513-45E8-8797-0F24555AC93A}" destId="{9EBF0D04-3586-4E6B-BCC8-AC9042EF1906}" srcOrd="0" destOrd="0" parTransId="{7E3F3AC7-0C91-462C-AFFE-A23C6FD2D982}" sibTransId="{4F1A7B71-2453-4A14-AC8D-8836FA67AA8D}"/>
    <dgm:cxn modelId="{0A46F26E-8313-8040-A01B-8B250687672F}" type="presOf" srcId="{9EBF0D04-3586-4E6B-BCC8-AC9042EF1906}" destId="{25557A88-E95E-0545-A7D5-0DE9326ABD7A}" srcOrd="0" destOrd="0" presId="urn:microsoft.com/office/officeart/2005/8/layout/vList5"/>
    <dgm:cxn modelId="{8B31AA95-B076-5D49-BBC7-ABB3CC2474B5}" type="presOf" srcId="{2712806E-1513-45E8-8797-0F24555AC93A}" destId="{8301FDBD-A43B-D248-A238-DB175C7A1E0D}" srcOrd="0" destOrd="0" presId="urn:microsoft.com/office/officeart/2005/8/layout/vList5"/>
    <dgm:cxn modelId="{88DAA4AB-9862-ED40-8A0E-FFDE244CDFF7}" type="presOf" srcId="{8CB95858-665D-405E-8AD9-BB63B0E8EEAC}" destId="{DC252D21-1D8F-EB43-BC6E-6B26674B051D}" srcOrd="0" destOrd="0" presId="urn:microsoft.com/office/officeart/2005/8/layout/vList5"/>
    <dgm:cxn modelId="{4BC4CCB3-6253-354D-A40F-EA9E17610972}" type="presOf" srcId="{5D647AC8-255C-469C-B8A8-7491C6FCE64E}" destId="{437621FE-60F8-8F4A-9E55-5288EBC1ABCA}" srcOrd="0" destOrd="0" presId="urn:microsoft.com/office/officeart/2005/8/layout/vList5"/>
    <dgm:cxn modelId="{6DF203BB-47B0-3246-B503-D8C76C99B614}" type="presOf" srcId="{99E862A2-0411-485B-A0AF-E9CC970A7A82}" destId="{91702E42-947A-924E-84C1-F4742A91C1C1}" srcOrd="0" destOrd="0" presId="urn:microsoft.com/office/officeart/2005/8/layout/vList5"/>
    <dgm:cxn modelId="{3A333DC5-C736-4E16-B506-CE659E5FFD1B}" srcId="{2712806E-1513-45E8-8797-0F24555AC93A}" destId="{5D647AC8-255C-469C-B8A8-7491C6FCE64E}" srcOrd="1" destOrd="0" parTransId="{68FC7664-EFA8-4CDA-87D4-3819E916566A}" sibTransId="{FF90D04A-BD74-470C-8645-98CA1EBCBA33}"/>
    <dgm:cxn modelId="{A0FE38C6-C215-427A-A725-435EA09CF26D}" srcId="{4A54A9F4-F859-4E70-AEBF-B66EBFE4A7A2}" destId="{7B2573F8-790A-4FD0-8F3A-0C925D435D76}" srcOrd="0" destOrd="0" parTransId="{B0083F1C-B685-4AC8-84C7-B2FCBEA2E0B6}" sibTransId="{B649B904-23EE-4A91-8E3A-D1DC64BBDE6F}"/>
    <dgm:cxn modelId="{352077C7-A1BB-0C44-A8D5-6B6FADB09A0B}" type="presOf" srcId="{4A54A9F4-F859-4E70-AEBF-B66EBFE4A7A2}" destId="{F8B0BCEA-FCD2-EB47-BF6C-A6C94343EF2A}" srcOrd="0" destOrd="0" presId="urn:microsoft.com/office/officeart/2005/8/layout/vList5"/>
    <dgm:cxn modelId="{E05955D2-C320-974C-9521-33AEC7EDB3D8}" type="presOf" srcId="{7B2573F8-790A-4FD0-8F3A-0C925D435D76}" destId="{46286A72-E17F-C346-AC59-ED36BEA6596F}" srcOrd="0" destOrd="0" presId="urn:microsoft.com/office/officeart/2005/8/layout/vList5"/>
    <dgm:cxn modelId="{3ACFB6FD-C001-4BEA-9A53-AF1673D0397C}" srcId="{2712806E-1513-45E8-8797-0F24555AC93A}" destId="{99E862A2-0411-485B-A0AF-E9CC970A7A82}" srcOrd="3" destOrd="0" parTransId="{9D7AF3A6-BD40-4C0B-ADF2-ABF490C371E6}" sibTransId="{4EA62352-F2AE-47FE-998A-2D3C37A49B41}"/>
    <dgm:cxn modelId="{92478C51-FCA3-684B-8946-525A3B73172E}" type="presParOf" srcId="{8301FDBD-A43B-D248-A238-DB175C7A1E0D}" destId="{4D27C46B-5262-B84A-BB81-EEB2A035B29F}" srcOrd="0" destOrd="0" presId="urn:microsoft.com/office/officeart/2005/8/layout/vList5"/>
    <dgm:cxn modelId="{9CDFED11-C93A-1B46-A791-B444E81BA116}" type="presParOf" srcId="{4D27C46B-5262-B84A-BB81-EEB2A035B29F}" destId="{25557A88-E95E-0545-A7D5-0DE9326ABD7A}" srcOrd="0" destOrd="0" presId="urn:microsoft.com/office/officeart/2005/8/layout/vList5"/>
    <dgm:cxn modelId="{4D84DC51-2125-CC40-B4BE-A8C1BA702731}" type="presParOf" srcId="{4D27C46B-5262-B84A-BB81-EEB2A035B29F}" destId="{57929857-1A51-1D44-95D4-2CF6B3D36CC3}" srcOrd="1" destOrd="0" presId="urn:microsoft.com/office/officeart/2005/8/layout/vList5"/>
    <dgm:cxn modelId="{FB228347-AB57-5048-9E96-F2343277E340}" type="presParOf" srcId="{8301FDBD-A43B-D248-A238-DB175C7A1E0D}" destId="{A02E0043-E093-8C40-9FB6-A1AA733855FF}" srcOrd="1" destOrd="0" presId="urn:microsoft.com/office/officeart/2005/8/layout/vList5"/>
    <dgm:cxn modelId="{69D32DEA-08BF-9F40-AFCA-517A8724C39E}" type="presParOf" srcId="{8301FDBD-A43B-D248-A238-DB175C7A1E0D}" destId="{F3C88671-90A7-E84F-8AA1-20BF9AAE3F94}" srcOrd="2" destOrd="0" presId="urn:microsoft.com/office/officeart/2005/8/layout/vList5"/>
    <dgm:cxn modelId="{315CFEA4-28BF-9746-99BA-B4BB24C62413}" type="presParOf" srcId="{F3C88671-90A7-E84F-8AA1-20BF9AAE3F94}" destId="{437621FE-60F8-8F4A-9E55-5288EBC1ABCA}" srcOrd="0" destOrd="0" presId="urn:microsoft.com/office/officeart/2005/8/layout/vList5"/>
    <dgm:cxn modelId="{8850DC74-A7E6-F242-A811-BB1B2734CBEF}" type="presParOf" srcId="{F3C88671-90A7-E84F-8AA1-20BF9AAE3F94}" destId="{E031F629-190C-1040-AB2D-5145F17E1E40}" srcOrd="1" destOrd="0" presId="urn:microsoft.com/office/officeart/2005/8/layout/vList5"/>
    <dgm:cxn modelId="{01260FFC-96DF-1148-B29A-943543CA822F}" type="presParOf" srcId="{8301FDBD-A43B-D248-A238-DB175C7A1E0D}" destId="{5DBAA064-1E83-EE4A-8E69-FC2D85154C5B}" srcOrd="3" destOrd="0" presId="urn:microsoft.com/office/officeart/2005/8/layout/vList5"/>
    <dgm:cxn modelId="{8C0CA993-D960-0344-B1C3-BEAFBD2646CF}" type="presParOf" srcId="{8301FDBD-A43B-D248-A238-DB175C7A1E0D}" destId="{64EE1766-EA6C-EF46-8F29-670D80EEF546}" srcOrd="4" destOrd="0" presId="urn:microsoft.com/office/officeart/2005/8/layout/vList5"/>
    <dgm:cxn modelId="{3DD88E5E-47B4-F648-A756-572B76BA2AC8}" type="presParOf" srcId="{64EE1766-EA6C-EF46-8F29-670D80EEF546}" destId="{F8B0BCEA-FCD2-EB47-BF6C-A6C94343EF2A}" srcOrd="0" destOrd="0" presId="urn:microsoft.com/office/officeart/2005/8/layout/vList5"/>
    <dgm:cxn modelId="{D153472A-68DC-154B-96C6-015AD4E9E0BD}" type="presParOf" srcId="{64EE1766-EA6C-EF46-8F29-670D80EEF546}" destId="{46286A72-E17F-C346-AC59-ED36BEA6596F}" srcOrd="1" destOrd="0" presId="urn:microsoft.com/office/officeart/2005/8/layout/vList5"/>
    <dgm:cxn modelId="{1D5A6DC2-21EF-C748-A258-61BB89C37E20}" type="presParOf" srcId="{8301FDBD-A43B-D248-A238-DB175C7A1E0D}" destId="{73CBCA8C-A425-D443-852A-725612321FF2}" srcOrd="5" destOrd="0" presId="urn:microsoft.com/office/officeart/2005/8/layout/vList5"/>
    <dgm:cxn modelId="{6F01E582-4B26-5743-83C3-89DF331EECFD}" type="presParOf" srcId="{8301FDBD-A43B-D248-A238-DB175C7A1E0D}" destId="{A5BEC7C1-A979-EC4C-844A-EF5E2124C160}" srcOrd="6" destOrd="0" presId="urn:microsoft.com/office/officeart/2005/8/layout/vList5"/>
    <dgm:cxn modelId="{84E23C3B-3237-1440-9721-BCE20DD9ED3F}" type="presParOf" srcId="{A5BEC7C1-A979-EC4C-844A-EF5E2124C160}" destId="{91702E42-947A-924E-84C1-F4742A91C1C1}" srcOrd="0" destOrd="0" presId="urn:microsoft.com/office/officeart/2005/8/layout/vList5"/>
    <dgm:cxn modelId="{77185BC4-C732-BB4F-9355-AB5081C64D0E}" type="presParOf" srcId="{A5BEC7C1-A979-EC4C-844A-EF5E2124C160}" destId="{DC252D21-1D8F-EB43-BC6E-6B26674B051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08ABDA-DF82-456C-912F-8C8960643C3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15AD22-2C95-49C8-8D05-1E5DA1B9EEF5}">
      <dgm:prSet/>
      <dgm:spPr/>
      <dgm:t>
        <a:bodyPr/>
        <a:lstStyle/>
        <a:p>
          <a:r>
            <a:rPr lang="fr-FR"/>
            <a:t>Usefulness:</a:t>
          </a:r>
          <a:endParaRPr lang="en-US"/>
        </a:p>
      </dgm:t>
    </dgm:pt>
    <dgm:pt modelId="{8DB1F70A-D79A-43CD-A6A7-20CD494A0E56}" type="parTrans" cxnId="{383F4949-59BD-4D02-BC33-18A7015B53A1}">
      <dgm:prSet/>
      <dgm:spPr/>
      <dgm:t>
        <a:bodyPr/>
        <a:lstStyle/>
        <a:p>
          <a:endParaRPr lang="en-US"/>
        </a:p>
      </dgm:t>
    </dgm:pt>
    <dgm:pt modelId="{B7B1BD06-5FFA-4F9C-957F-663AC5C6A95B}" type="sibTrans" cxnId="{383F4949-59BD-4D02-BC33-18A7015B53A1}">
      <dgm:prSet/>
      <dgm:spPr/>
      <dgm:t>
        <a:bodyPr/>
        <a:lstStyle/>
        <a:p>
          <a:endParaRPr lang="en-US"/>
        </a:p>
      </dgm:t>
    </dgm:pt>
    <dgm:pt modelId="{615D1515-DD52-4E93-AB15-EE409E7B8D06}">
      <dgm:prSet/>
      <dgm:spPr/>
      <dgm:t>
        <a:bodyPr/>
        <a:lstStyle/>
        <a:p>
          <a:r>
            <a:rPr lang="fr-FR"/>
            <a:t>The game can be useful in practical farming scenarios by providing a simulation environment to test and optimize the deployment of autonomous drones and picker robots.</a:t>
          </a:r>
          <a:endParaRPr lang="en-US"/>
        </a:p>
      </dgm:t>
    </dgm:pt>
    <dgm:pt modelId="{5453962E-61ED-4D5B-95D2-40BEDFE00830}" type="parTrans" cxnId="{A111C2E8-434C-4562-B15F-6DB831B6BE26}">
      <dgm:prSet/>
      <dgm:spPr/>
      <dgm:t>
        <a:bodyPr/>
        <a:lstStyle/>
        <a:p>
          <a:endParaRPr lang="en-US"/>
        </a:p>
      </dgm:t>
    </dgm:pt>
    <dgm:pt modelId="{801D9456-5C8E-4237-9BA9-F44DDD86999B}" type="sibTrans" cxnId="{A111C2E8-434C-4562-B15F-6DB831B6BE26}">
      <dgm:prSet/>
      <dgm:spPr/>
      <dgm:t>
        <a:bodyPr/>
        <a:lstStyle/>
        <a:p>
          <a:endParaRPr lang="en-US"/>
        </a:p>
      </dgm:t>
    </dgm:pt>
    <dgm:pt modelId="{C15AC609-A5CB-41DA-BF6C-7528FDC6B5BB}">
      <dgm:prSet/>
      <dgm:spPr/>
      <dgm:t>
        <a:bodyPr/>
        <a:lstStyle/>
        <a:p>
          <a:r>
            <a:rPr lang="fr-FR"/>
            <a:t>It can help farmers understand the efficiency and limitations of using autonomous agents for farming tasks.</a:t>
          </a:r>
          <a:endParaRPr lang="en-US"/>
        </a:p>
      </dgm:t>
    </dgm:pt>
    <dgm:pt modelId="{249F2B3F-F764-44FB-A9FE-EFB76748C417}" type="parTrans" cxnId="{318F1095-659F-4E39-8E6B-38B4B54DF303}">
      <dgm:prSet/>
      <dgm:spPr/>
      <dgm:t>
        <a:bodyPr/>
        <a:lstStyle/>
        <a:p>
          <a:endParaRPr lang="en-US"/>
        </a:p>
      </dgm:t>
    </dgm:pt>
    <dgm:pt modelId="{F608763D-E5D5-4FAB-B537-3452A81E0F9A}" type="sibTrans" cxnId="{318F1095-659F-4E39-8E6B-38B4B54DF303}">
      <dgm:prSet/>
      <dgm:spPr/>
      <dgm:t>
        <a:bodyPr/>
        <a:lstStyle/>
        <a:p>
          <a:endParaRPr lang="en-US"/>
        </a:p>
      </dgm:t>
    </dgm:pt>
    <dgm:pt modelId="{575B77ED-F11D-4090-AB2F-1810076EC068}">
      <dgm:prSet/>
      <dgm:spPr/>
      <dgm:t>
        <a:bodyPr/>
        <a:lstStyle/>
        <a:p>
          <a:r>
            <a:rPr lang="fr-FR"/>
            <a:t>Fit with Scenario:</a:t>
          </a:r>
          <a:endParaRPr lang="en-US"/>
        </a:p>
      </dgm:t>
    </dgm:pt>
    <dgm:pt modelId="{54EF9EC5-DFFC-4B40-97C8-51F4FFA2D825}" type="parTrans" cxnId="{2AF625AF-4534-419D-9893-5E98E2BE4169}">
      <dgm:prSet/>
      <dgm:spPr/>
      <dgm:t>
        <a:bodyPr/>
        <a:lstStyle/>
        <a:p>
          <a:endParaRPr lang="en-US"/>
        </a:p>
      </dgm:t>
    </dgm:pt>
    <dgm:pt modelId="{4B254482-C8BC-46E4-B4AB-C742BB6519D5}" type="sibTrans" cxnId="{2AF625AF-4534-419D-9893-5E98E2BE4169}">
      <dgm:prSet/>
      <dgm:spPr/>
      <dgm:t>
        <a:bodyPr/>
        <a:lstStyle/>
        <a:p>
          <a:endParaRPr lang="en-US"/>
        </a:p>
      </dgm:t>
    </dgm:pt>
    <dgm:pt modelId="{902CFE6B-0BC2-49DD-9C7E-1BEC546EE595}">
      <dgm:prSet/>
      <dgm:spPr/>
      <dgm:t>
        <a:bodyPr/>
        <a:lstStyle/>
        <a:p>
          <a:r>
            <a:rPr lang="fr-FR"/>
            <a:t>Autonomous Agents: The use of drones and picker robots fits well with modern farming practices that aim to automate tasks and increase efficiency.</a:t>
          </a:r>
          <a:endParaRPr lang="en-US"/>
        </a:p>
      </dgm:t>
    </dgm:pt>
    <dgm:pt modelId="{B5F52855-C80E-414C-BF1F-920254C69C54}" type="parTrans" cxnId="{E62819F6-3B39-4F64-860A-B1773EB268B6}">
      <dgm:prSet/>
      <dgm:spPr/>
      <dgm:t>
        <a:bodyPr/>
        <a:lstStyle/>
        <a:p>
          <a:endParaRPr lang="en-US"/>
        </a:p>
      </dgm:t>
    </dgm:pt>
    <dgm:pt modelId="{98A75135-ED4E-479E-897F-780B4B4D9CC6}" type="sibTrans" cxnId="{E62819F6-3B39-4F64-860A-B1773EB268B6}">
      <dgm:prSet/>
      <dgm:spPr/>
      <dgm:t>
        <a:bodyPr/>
        <a:lstStyle/>
        <a:p>
          <a:endParaRPr lang="en-US"/>
        </a:p>
      </dgm:t>
    </dgm:pt>
    <dgm:pt modelId="{C7B0D8BA-4B1F-43AD-B13E-9AFBCC5E9FF3}">
      <dgm:prSet/>
      <dgm:spPr/>
      <dgm:t>
        <a:bodyPr/>
        <a:lstStyle/>
        <a:p>
          <a:r>
            <a:rPr lang="fr-FR"/>
            <a:t>Resource Management: The game's focus on battery and storage management aligns with real-world constraints in farming.</a:t>
          </a:r>
          <a:endParaRPr lang="en-US"/>
        </a:p>
      </dgm:t>
    </dgm:pt>
    <dgm:pt modelId="{82A1FC0B-D46F-4FED-B1CD-D8C3535458C4}" type="parTrans" cxnId="{166C4D06-DDA1-4E8B-9DD1-D84700567160}">
      <dgm:prSet/>
      <dgm:spPr/>
      <dgm:t>
        <a:bodyPr/>
        <a:lstStyle/>
        <a:p>
          <a:endParaRPr lang="en-US"/>
        </a:p>
      </dgm:t>
    </dgm:pt>
    <dgm:pt modelId="{D96E86E2-D554-4D9C-A7F6-0546BC91C651}" type="sibTrans" cxnId="{166C4D06-DDA1-4E8B-9DD1-D84700567160}">
      <dgm:prSet/>
      <dgm:spPr/>
      <dgm:t>
        <a:bodyPr/>
        <a:lstStyle/>
        <a:p>
          <a:endParaRPr lang="en-US"/>
        </a:p>
      </dgm:t>
    </dgm:pt>
    <dgm:pt modelId="{FC76C4D3-23A4-46B1-AB1D-DE688613D55D}">
      <dgm:prSet/>
      <dgm:spPr/>
      <dgm:t>
        <a:bodyPr/>
        <a:lstStyle/>
        <a:p>
          <a:r>
            <a:rPr lang="fr-FR"/>
            <a:t>Communication: The broadcasting mechanism for locating strawberry clusters simulates real-world communication between autonomous agents.</a:t>
          </a:r>
          <a:endParaRPr lang="en-US"/>
        </a:p>
      </dgm:t>
    </dgm:pt>
    <dgm:pt modelId="{D23619E6-4AE0-46B9-BACA-094AB681ACC9}" type="parTrans" cxnId="{D957B228-4B1E-4B9B-A330-F61AB2A53620}">
      <dgm:prSet/>
      <dgm:spPr/>
      <dgm:t>
        <a:bodyPr/>
        <a:lstStyle/>
        <a:p>
          <a:endParaRPr lang="en-US"/>
        </a:p>
      </dgm:t>
    </dgm:pt>
    <dgm:pt modelId="{5CE384B6-D1F5-41FB-A079-18A5A08860DE}" type="sibTrans" cxnId="{D957B228-4B1E-4B9B-A330-F61AB2A53620}">
      <dgm:prSet/>
      <dgm:spPr/>
      <dgm:t>
        <a:bodyPr/>
        <a:lstStyle/>
        <a:p>
          <a:endParaRPr lang="en-US"/>
        </a:p>
      </dgm:t>
    </dgm:pt>
    <dgm:pt modelId="{17E3890A-B31C-4BE6-BFB7-E49165757971}">
      <dgm:prSet/>
      <dgm:spPr/>
      <dgm:t>
        <a:bodyPr/>
        <a:lstStyle/>
        <a:p>
          <a:r>
            <a:rPr lang="fr-FR"/>
            <a:t>Potential Issues:</a:t>
          </a:r>
          <a:endParaRPr lang="en-US"/>
        </a:p>
      </dgm:t>
    </dgm:pt>
    <dgm:pt modelId="{B6AADB20-7F26-4D41-A36C-FA9F563C3836}" type="parTrans" cxnId="{F704B406-8A69-4DBC-8E92-D8639DC38685}">
      <dgm:prSet/>
      <dgm:spPr/>
      <dgm:t>
        <a:bodyPr/>
        <a:lstStyle/>
        <a:p>
          <a:endParaRPr lang="en-US"/>
        </a:p>
      </dgm:t>
    </dgm:pt>
    <dgm:pt modelId="{A5B1501B-BC48-48BA-82BD-B77320992973}" type="sibTrans" cxnId="{F704B406-8A69-4DBC-8E92-D8639DC38685}">
      <dgm:prSet/>
      <dgm:spPr/>
      <dgm:t>
        <a:bodyPr/>
        <a:lstStyle/>
        <a:p>
          <a:endParaRPr lang="en-US"/>
        </a:p>
      </dgm:t>
    </dgm:pt>
    <dgm:pt modelId="{C25A556D-D69A-46ED-8078-486927A3799B}">
      <dgm:prSet/>
      <dgm:spPr/>
      <dgm:t>
        <a:bodyPr/>
        <a:lstStyle/>
        <a:p>
          <a:r>
            <a:rPr lang="fr-FR"/>
            <a:t>Realism: The game may oversimplify certain aspects of farming, such as the regrowth mechanism and the behavior of strawberry clusters.</a:t>
          </a:r>
          <a:endParaRPr lang="en-US"/>
        </a:p>
      </dgm:t>
    </dgm:pt>
    <dgm:pt modelId="{CEF0BC26-2632-4F98-9707-BE74B6E9F708}" type="parTrans" cxnId="{EFA7160B-1D98-42E9-A5C9-ED9E04000061}">
      <dgm:prSet/>
      <dgm:spPr/>
      <dgm:t>
        <a:bodyPr/>
        <a:lstStyle/>
        <a:p>
          <a:endParaRPr lang="en-US"/>
        </a:p>
      </dgm:t>
    </dgm:pt>
    <dgm:pt modelId="{033E279B-50D3-4D0B-9D9E-09825FEE5654}" type="sibTrans" cxnId="{EFA7160B-1D98-42E9-A5C9-ED9E04000061}">
      <dgm:prSet/>
      <dgm:spPr/>
      <dgm:t>
        <a:bodyPr/>
        <a:lstStyle/>
        <a:p>
          <a:endParaRPr lang="en-US"/>
        </a:p>
      </dgm:t>
    </dgm:pt>
    <dgm:pt modelId="{BF1970BF-61EA-4840-A3D1-FCD96BC1C5CC}">
      <dgm:prSet/>
      <dgm:spPr/>
      <dgm:t>
        <a:bodyPr/>
        <a:lstStyle/>
        <a:p>
          <a:r>
            <a:rPr lang="fr-FR"/>
            <a:t>Scalability: The game's scalability may be limited by computational resources, especially when simulating large farms with many agents.</a:t>
          </a:r>
          <a:endParaRPr lang="en-US"/>
        </a:p>
      </dgm:t>
    </dgm:pt>
    <dgm:pt modelId="{D4EDA4F0-D9A9-4A45-8CFB-C553871EF375}" type="parTrans" cxnId="{A5BD2F92-B058-4BDF-A7F9-DDC78D50AA8E}">
      <dgm:prSet/>
      <dgm:spPr/>
      <dgm:t>
        <a:bodyPr/>
        <a:lstStyle/>
        <a:p>
          <a:endParaRPr lang="en-US"/>
        </a:p>
      </dgm:t>
    </dgm:pt>
    <dgm:pt modelId="{C206366C-7657-4865-B504-3334074544C1}" type="sibTrans" cxnId="{A5BD2F92-B058-4BDF-A7F9-DDC78D50AA8E}">
      <dgm:prSet/>
      <dgm:spPr/>
      <dgm:t>
        <a:bodyPr/>
        <a:lstStyle/>
        <a:p>
          <a:endParaRPr lang="en-US"/>
        </a:p>
      </dgm:t>
    </dgm:pt>
    <dgm:pt modelId="{0683666D-FA8E-43D1-86F1-087FCD7FEFF9}">
      <dgm:prSet/>
      <dgm:spPr/>
      <dgm:t>
        <a:bodyPr/>
        <a:lstStyle/>
        <a:p>
          <a:r>
            <a:rPr lang="fr-FR"/>
            <a:t>Environmental Factors: The game does not account for environmental factors such as weather, pests, and soil conditions, which can significantly impact farming operations.</a:t>
          </a:r>
          <a:endParaRPr lang="en-US"/>
        </a:p>
      </dgm:t>
    </dgm:pt>
    <dgm:pt modelId="{FC460B1A-E7D4-4375-993E-DE1D3F3417EF}" type="parTrans" cxnId="{CAD7E6C0-8731-41E6-936D-639714ECEA48}">
      <dgm:prSet/>
      <dgm:spPr/>
      <dgm:t>
        <a:bodyPr/>
        <a:lstStyle/>
        <a:p>
          <a:endParaRPr lang="en-US"/>
        </a:p>
      </dgm:t>
    </dgm:pt>
    <dgm:pt modelId="{A9C11499-201F-4521-9896-60A3817C6EA9}" type="sibTrans" cxnId="{CAD7E6C0-8731-41E6-936D-639714ECEA48}">
      <dgm:prSet/>
      <dgm:spPr/>
      <dgm:t>
        <a:bodyPr/>
        <a:lstStyle/>
        <a:p>
          <a:endParaRPr lang="en-US"/>
        </a:p>
      </dgm:t>
    </dgm:pt>
    <dgm:pt modelId="{1196A300-841E-0548-96A2-75E0ECD1BE63}" type="pres">
      <dgm:prSet presAssocID="{C408ABDA-DF82-456C-912F-8C8960643C3C}" presName="linear" presStyleCnt="0">
        <dgm:presLayoutVars>
          <dgm:dir/>
          <dgm:animLvl val="lvl"/>
          <dgm:resizeHandles val="exact"/>
        </dgm:presLayoutVars>
      </dgm:prSet>
      <dgm:spPr/>
    </dgm:pt>
    <dgm:pt modelId="{DEDF5622-3C01-2D41-8535-1CDAEEBBECE8}" type="pres">
      <dgm:prSet presAssocID="{2515AD22-2C95-49C8-8D05-1E5DA1B9EEF5}" presName="parentLin" presStyleCnt="0"/>
      <dgm:spPr/>
    </dgm:pt>
    <dgm:pt modelId="{D4870AFE-9E3A-2843-971E-02FA8A8BD112}" type="pres">
      <dgm:prSet presAssocID="{2515AD22-2C95-49C8-8D05-1E5DA1B9EEF5}" presName="parentLeftMargin" presStyleLbl="node1" presStyleIdx="0" presStyleCnt="3"/>
      <dgm:spPr/>
    </dgm:pt>
    <dgm:pt modelId="{49E13261-A1E8-9247-8363-BB56F3F3EFE4}" type="pres">
      <dgm:prSet presAssocID="{2515AD22-2C95-49C8-8D05-1E5DA1B9EE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E940AE-764A-ED43-909A-3B513C47CBAF}" type="pres">
      <dgm:prSet presAssocID="{2515AD22-2C95-49C8-8D05-1E5DA1B9EEF5}" presName="negativeSpace" presStyleCnt="0"/>
      <dgm:spPr/>
    </dgm:pt>
    <dgm:pt modelId="{CAB491B9-5BC8-4E4B-8890-4EF43A7892E3}" type="pres">
      <dgm:prSet presAssocID="{2515AD22-2C95-49C8-8D05-1E5DA1B9EEF5}" presName="childText" presStyleLbl="conFgAcc1" presStyleIdx="0" presStyleCnt="3">
        <dgm:presLayoutVars>
          <dgm:bulletEnabled val="1"/>
        </dgm:presLayoutVars>
      </dgm:prSet>
      <dgm:spPr/>
    </dgm:pt>
    <dgm:pt modelId="{B966EF65-92EE-5A44-BA4D-7117FE29876D}" type="pres">
      <dgm:prSet presAssocID="{B7B1BD06-5FFA-4F9C-957F-663AC5C6A95B}" presName="spaceBetweenRectangles" presStyleCnt="0"/>
      <dgm:spPr/>
    </dgm:pt>
    <dgm:pt modelId="{83F54446-A8E2-224E-A944-91D452321C99}" type="pres">
      <dgm:prSet presAssocID="{575B77ED-F11D-4090-AB2F-1810076EC068}" presName="parentLin" presStyleCnt="0"/>
      <dgm:spPr/>
    </dgm:pt>
    <dgm:pt modelId="{F08EFC1D-2821-744C-97FC-42BE4153592D}" type="pres">
      <dgm:prSet presAssocID="{575B77ED-F11D-4090-AB2F-1810076EC068}" presName="parentLeftMargin" presStyleLbl="node1" presStyleIdx="0" presStyleCnt="3"/>
      <dgm:spPr/>
    </dgm:pt>
    <dgm:pt modelId="{A292D4BC-5F14-7049-8201-B25B75851F32}" type="pres">
      <dgm:prSet presAssocID="{575B77ED-F11D-4090-AB2F-1810076EC0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6EFE4C-C14B-2549-B050-1CA438893497}" type="pres">
      <dgm:prSet presAssocID="{575B77ED-F11D-4090-AB2F-1810076EC068}" presName="negativeSpace" presStyleCnt="0"/>
      <dgm:spPr/>
    </dgm:pt>
    <dgm:pt modelId="{4901D772-E097-4649-80FB-606CD90A174A}" type="pres">
      <dgm:prSet presAssocID="{575B77ED-F11D-4090-AB2F-1810076EC068}" presName="childText" presStyleLbl="conFgAcc1" presStyleIdx="1" presStyleCnt="3">
        <dgm:presLayoutVars>
          <dgm:bulletEnabled val="1"/>
        </dgm:presLayoutVars>
      </dgm:prSet>
      <dgm:spPr/>
    </dgm:pt>
    <dgm:pt modelId="{34973607-D76A-3744-898D-2C626CAC02C4}" type="pres">
      <dgm:prSet presAssocID="{4B254482-C8BC-46E4-B4AB-C742BB6519D5}" presName="spaceBetweenRectangles" presStyleCnt="0"/>
      <dgm:spPr/>
    </dgm:pt>
    <dgm:pt modelId="{D3921BE7-1A9B-EB46-A62A-E634EC70825E}" type="pres">
      <dgm:prSet presAssocID="{17E3890A-B31C-4BE6-BFB7-E49165757971}" presName="parentLin" presStyleCnt="0"/>
      <dgm:spPr/>
    </dgm:pt>
    <dgm:pt modelId="{FCF93A29-EDB2-4B48-88A1-A84DFA860A97}" type="pres">
      <dgm:prSet presAssocID="{17E3890A-B31C-4BE6-BFB7-E49165757971}" presName="parentLeftMargin" presStyleLbl="node1" presStyleIdx="1" presStyleCnt="3"/>
      <dgm:spPr/>
    </dgm:pt>
    <dgm:pt modelId="{46BAEB78-3622-2F4D-9F40-D89CC15272D7}" type="pres">
      <dgm:prSet presAssocID="{17E3890A-B31C-4BE6-BFB7-E4916575797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6110977-A99E-D84C-B789-DBDD0121296E}" type="pres">
      <dgm:prSet presAssocID="{17E3890A-B31C-4BE6-BFB7-E49165757971}" presName="negativeSpace" presStyleCnt="0"/>
      <dgm:spPr/>
    </dgm:pt>
    <dgm:pt modelId="{D62A510E-068A-904D-9FFD-7BBBB0F0B3D7}" type="pres">
      <dgm:prSet presAssocID="{17E3890A-B31C-4BE6-BFB7-E4916575797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66C4D06-DDA1-4E8B-9DD1-D84700567160}" srcId="{575B77ED-F11D-4090-AB2F-1810076EC068}" destId="{C7B0D8BA-4B1F-43AD-B13E-9AFBCC5E9FF3}" srcOrd="1" destOrd="0" parTransId="{82A1FC0B-D46F-4FED-B1CD-D8C3535458C4}" sibTransId="{D96E86E2-D554-4D9C-A7F6-0546BC91C651}"/>
    <dgm:cxn modelId="{F704B406-8A69-4DBC-8E92-D8639DC38685}" srcId="{C408ABDA-DF82-456C-912F-8C8960643C3C}" destId="{17E3890A-B31C-4BE6-BFB7-E49165757971}" srcOrd="2" destOrd="0" parTransId="{B6AADB20-7F26-4D41-A36C-FA9F563C3836}" sibTransId="{A5B1501B-BC48-48BA-82BD-B77320992973}"/>
    <dgm:cxn modelId="{A254DF07-19EB-9E4E-8996-AC2CC1E6549B}" type="presOf" srcId="{17E3890A-B31C-4BE6-BFB7-E49165757971}" destId="{46BAEB78-3622-2F4D-9F40-D89CC15272D7}" srcOrd="1" destOrd="0" presId="urn:microsoft.com/office/officeart/2005/8/layout/list1"/>
    <dgm:cxn modelId="{9649C608-6DD6-AF41-A825-C29751C697B2}" type="presOf" srcId="{2515AD22-2C95-49C8-8D05-1E5DA1B9EEF5}" destId="{D4870AFE-9E3A-2843-971E-02FA8A8BD112}" srcOrd="0" destOrd="0" presId="urn:microsoft.com/office/officeart/2005/8/layout/list1"/>
    <dgm:cxn modelId="{EFA7160B-1D98-42E9-A5C9-ED9E04000061}" srcId="{17E3890A-B31C-4BE6-BFB7-E49165757971}" destId="{C25A556D-D69A-46ED-8078-486927A3799B}" srcOrd="0" destOrd="0" parTransId="{CEF0BC26-2632-4F98-9707-BE74B6E9F708}" sibTransId="{033E279B-50D3-4D0B-9D9E-09825FEE5654}"/>
    <dgm:cxn modelId="{61B26514-CB41-274A-9F94-F4B88E4AA837}" type="presOf" srcId="{C25A556D-D69A-46ED-8078-486927A3799B}" destId="{D62A510E-068A-904D-9FFD-7BBBB0F0B3D7}" srcOrd="0" destOrd="0" presId="urn:microsoft.com/office/officeart/2005/8/layout/list1"/>
    <dgm:cxn modelId="{3F08141F-6355-B24C-8A72-3250966BA9B5}" type="presOf" srcId="{C15AC609-A5CB-41DA-BF6C-7528FDC6B5BB}" destId="{CAB491B9-5BC8-4E4B-8890-4EF43A7892E3}" srcOrd="0" destOrd="1" presId="urn:microsoft.com/office/officeart/2005/8/layout/list1"/>
    <dgm:cxn modelId="{D957B228-4B1E-4B9B-A330-F61AB2A53620}" srcId="{575B77ED-F11D-4090-AB2F-1810076EC068}" destId="{FC76C4D3-23A4-46B1-AB1D-DE688613D55D}" srcOrd="2" destOrd="0" parTransId="{D23619E6-4AE0-46B9-BACA-094AB681ACC9}" sibTransId="{5CE384B6-D1F5-41FB-A079-18A5A08860DE}"/>
    <dgm:cxn modelId="{579E1D2A-0E1E-0A48-A174-8FF007AB3A04}" type="presOf" srcId="{C7B0D8BA-4B1F-43AD-B13E-9AFBCC5E9FF3}" destId="{4901D772-E097-4649-80FB-606CD90A174A}" srcOrd="0" destOrd="1" presId="urn:microsoft.com/office/officeart/2005/8/layout/list1"/>
    <dgm:cxn modelId="{446E6B36-12AD-954C-9DCD-C778F438B66A}" type="presOf" srcId="{FC76C4D3-23A4-46B1-AB1D-DE688613D55D}" destId="{4901D772-E097-4649-80FB-606CD90A174A}" srcOrd="0" destOrd="2" presId="urn:microsoft.com/office/officeart/2005/8/layout/list1"/>
    <dgm:cxn modelId="{C711E83E-B57A-EE45-BE77-BDF4565D6779}" type="presOf" srcId="{575B77ED-F11D-4090-AB2F-1810076EC068}" destId="{F08EFC1D-2821-744C-97FC-42BE4153592D}" srcOrd="0" destOrd="0" presId="urn:microsoft.com/office/officeart/2005/8/layout/list1"/>
    <dgm:cxn modelId="{383F4949-59BD-4D02-BC33-18A7015B53A1}" srcId="{C408ABDA-DF82-456C-912F-8C8960643C3C}" destId="{2515AD22-2C95-49C8-8D05-1E5DA1B9EEF5}" srcOrd="0" destOrd="0" parTransId="{8DB1F70A-D79A-43CD-A6A7-20CD494A0E56}" sibTransId="{B7B1BD06-5FFA-4F9C-957F-663AC5C6A95B}"/>
    <dgm:cxn modelId="{AA2F174D-AEB3-D94F-A92C-F608751D012C}" type="presOf" srcId="{17E3890A-B31C-4BE6-BFB7-E49165757971}" destId="{FCF93A29-EDB2-4B48-88A1-A84DFA860A97}" srcOrd="0" destOrd="0" presId="urn:microsoft.com/office/officeart/2005/8/layout/list1"/>
    <dgm:cxn modelId="{F36F875D-0F11-264D-851B-B0CAE5E66D07}" type="presOf" srcId="{BF1970BF-61EA-4840-A3D1-FCD96BC1C5CC}" destId="{D62A510E-068A-904D-9FFD-7BBBB0F0B3D7}" srcOrd="0" destOrd="1" presId="urn:microsoft.com/office/officeart/2005/8/layout/list1"/>
    <dgm:cxn modelId="{E932685F-406B-4548-96C5-27EF38833E37}" type="presOf" srcId="{575B77ED-F11D-4090-AB2F-1810076EC068}" destId="{A292D4BC-5F14-7049-8201-B25B75851F32}" srcOrd="1" destOrd="0" presId="urn:microsoft.com/office/officeart/2005/8/layout/list1"/>
    <dgm:cxn modelId="{FAD41162-B5FF-074B-8E09-72AA1B2D341E}" type="presOf" srcId="{2515AD22-2C95-49C8-8D05-1E5DA1B9EEF5}" destId="{49E13261-A1E8-9247-8363-BB56F3F3EFE4}" srcOrd="1" destOrd="0" presId="urn:microsoft.com/office/officeart/2005/8/layout/list1"/>
    <dgm:cxn modelId="{BA3E316F-4E90-F44B-B530-ACCF453D383D}" type="presOf" srcId="{C408ABDA-DF82-456C-912F-8C8960643C3C}" destId="{1196A300-841E-0548-96A2-75E0ECD1BE63}" srcOrd="0" destOrd="0" presId="urn:microsoft.com/office/officeart/2005/8/layout/list1"/>
    <dgm:cxn modelId="{14ADD576-14A0-5049-A084-DC3DD4CC68CF}" type="presOf" srcId="{615D1515-DD52-4E93-AB15-EE409E7B8D06}" destId="{CAB491B9-5BC8-4E4B-8890-4EF43A7892E3}" srcOrd="0" destOrd="0" presId="urn:microsoft.com/office/officeart/2005/8/layout/list1"/>
    <dgm:cxn modelId="{A5BD2F92-B058-4BDF-A7F9-DDC78D50AA8E}" srcId="{17E3890A-B31C-4BE6-BFB7-E49165757971}" destId="{BF1970BF-61EA-4840-A3D1-FCD96BC1C5CC}" srcOrd="1" destOrd="0" parTransId="{D4EDA4F0-D9A9-4A45-8CFB-C553871EF375}" sibTransId="{C206366C-7657-4865-B504-3334074544C1}"/>
    <dgm:cxn modelId="{318F1095-659F-4E39-8E6B-38B4B54DF303}" srcId="{2515AD22-2C95-49C8-8D05-1E5DA1B9EEF5}" destId="{C15AC609-A5CB-41DA-BF6C-7528FDC6B5BB}" srcOrd="1" destOrd="0" parTransId="{249F2B3F-F764-44FB-A9FE-EFB76748C417}" sibTransId="{F608763D-E5D5-4FAB-B537-3452A81E0F9A}"/>
    <dgm:cxn modelId="{3B853C9A-2AF1-D64B-BBCC-36A0D5EA05A1}" type="presOf" srcId="{0683666D-FA8E-43D1-86F1-087FCD7FEFF9}" destId="{D62A510E-068A-904D-9FFD-7BBBB0F0B3D7}" srcOrd="0" destOrd="2" presId="urn:microsoft.com/office/officeart/2005/8/layout/list1"/>
    <dgm:cxn modelId="{2AF625AF-4534-419D-9893-5E98E2BE4169}" srcId="{C408ABDA-DF82-456C-912F-8C8960643C3C}" destId="{575B77ED-F11D-4090-AB2F-1810076EC068}" srcOrd="1" destOrd="0" parTransId="{54EF9EC5-DFFC-4B40-97C8-51F4FFA2D825}" sibTransId="{4B254482-C8BC-46E4-B4AB-C742BB6519D5}"/>
    <dgm:cxn modelId="{31B06FAF-21B6-9C44-A244-900FC42B184B}" type="presOf" srcId="{902CFE6B-0BC2-49DD-9C7E-1BEC546EE595}" destId="{4901D772-E097-4649-80FB-606CD90A174A}" srcOrd="0" destOrd="0" presId="urn:microsoft.com/office/officeart/2005/8/layout/list1"/>
    <dgm:cxn modelId="{CAD7E6C0-8731-41E6-936D-639714ECEA48}" srcId="{17E3890A-B31C-4BE6-BFB7-E49165757971}" destId="{0683666D-FA8E-43D1-86F1-087FCD7FEFF9}" srcOrd="2" destOrd="0" parTransId="{FC460B1A-E7D4-4375-993E-DE1D3F3417EF}" sibTransId="{A9C11499-201F-4521-9896-60A3817C6EA9}"/>
    <dgm:cxn modelId="{A111C2E8-434C-4562-B15F-6DB831B6BE26}" srcId="{2515AD22-2C95-49C8-8D05-1E5DA1B9EEF5}" destId="{615D1515-DD52-4E93-AB15-EE409E7B8D06}" srcOrd="0" destOrd="0" parTransId="{5453962E-61ED-4D5B-95D2-40BEDFE00830}" sibTransId="{801D9456-5C8E-4237-9BA9-F44DDD86999B}"/>
    <dgm:cxn modelId="{E62819F6-3B39-4F64-860A-B1773EB268B6}" srcId="{575B77ED-F11D-4090-AB2F-1810076EC068}" destId="{902CFE6B-0BC2-49DD-9C7E-1BEC546EE595}" srcOrd="0" destOrd="0" parTransId="{B5F52855-C80E-414C-BF1F-920254C69C54}" sibTransId="{98A75135-ED4E-479E-897F-780B4B4D9CC6}"/>
    <dgm:cxn modelId="{800F813F-E5D8-044D-AD26-8450C93EA7F3}" type="presParOf" srcId="{1196A300-841E-0548-96A2-75E0ECD1BE63}" destId="{DEDF5622-3C01-2D41-8535-1CDAEEBBECE8}" srcOrd="0" destOrd="0" presId="urn:microsoft.com/office/officeart/2005/8/layout/list1"/>
    <dgm:cxn modelId="{C283E69F-8F02-6041-9BD6-B8583BEBFC11}" type="presParOf" srcId="{DEDF5622-3C01-2D41-8535-1CDAEEBBECE8}" destId="{D4870AFE-9E3A-2843-971E-02FA8A8BD112}" srcOrd="0" destOrd="0" presId="urn:microsoft.com/office/officeart/2005/8/layout/list1"/>
    <dgm:cxn modelId="{34E30F49-EF3B-6945-9D73-06D8D613F630}" type="presParOf" srcId="{DEDF5622-3C01-2D41-8535-1CDAEEBBECE8}" destId="{49E13261-A1E8-9247-8363-BB56F3F3EFE4}" srcOrd="1" destOrd="0" presId="urn:microsoft.com/office/officeart/2005/8/layout/list1"/>
    <dgm:cxn modelId="{4A37B3CA-71E2-0447-BD8B-4F0ABE4F0EDC}" type="presParOf" srcId="{1196A300-841E-0548-96A2-75E0ECD1BE63}" destId="{DDE940AE-764A-ED43-909A-3B513C47CBAF}" srcOrd="1" destOrd="0" presId="urn:microsoft.com/office/officeart/2005/8/layout/list1"/>
    <dgm:cxn modelId="{D7330525-1008-C04F-BCAB-C759A0FAAC47}" type="presParOf" srcId="{1196A300-841E-0548-96A2-75E0ECD1BE63}" destId="{CAB491B9-5BC8-4E4B-8890-4EF43A7892E3}" srcOrd="2" destOrd="0" presId="urn:microsoft.com/office/officeart/2005/8/layout/list1"/>
    <dgm:cxn modelId="{0D6F5249-512F-F144-A5AA-B0ADF9F074A2}" type="presParOf" srcId="{1196A300-841E-0548-96A2-75E0ECD1BE63}" destId="{B966EF65-92EE-5A44-BA4D-7117FE29876D}" srcOrd="3" destOrd="0" presId="urn:microsoft.com/office/officeart/2005/8/layout/list1"/>
    <dgm:cxn modelId="{547D0B85-D5F0-5F42-BC12-EB52DDBEE035}" type="presParOf" srcId="{1196A300-841E-0548-96A2-75E0ECD1BE63}" destId="{83F54446-A8E2-224E-A944-91D452321C99}" srcOrd="4" destOrd="0" presId="urn:microsoft.com/office/officeart/2005/8/layout/list1"/>
    <dgm:cxn modelId="{0EBE9D78-2453-6B47-B6B6-69DCCAD50F6C}" type="presParOf" srcId="{83F54446-A8E2-224E-A944-91D452321C99}" destId="{F08EFC1D-2821-744C-97FC-42BE4153592D}" srcOrd="0" destOrd="0" presId="urn:microsoft.com/office/officeart/2005/8/layout/list1"/>
    <dgm:cxn modelId="{5BC985A6-36D2-4841-8A35-8198D199E429}" type="presParOf" srcId="{83F54446-A8E2-224E-A944-91D452321C99}" destId="{A292D4BC-5F14-7049-8201-B25B75851F32}" srcOrd="1" destOrd="0" presId="urn:microsoft.com/office/officeart/2005/8/layout/list1"/>
    <dgm:cxn modelId="{5F260538-B6BC-4D41-B7CD-D23F6DD5679E}" type="presParOf" srcId="{1196A300-841E-0548-96A2-75E0ECD1BE63}" destId="{B46EFE4C-C14B-2549-B050-1CA438893497}" srcOrd="5" destOrd="0" presId="urn:microsoft.com/office/officeart/2005/8/layout/list1"/>
    <dgm:cxn modelId="{D36152E4-EBDC-B340-813E-AA8B69CCF26C}" type="presParOf" srcId="{1196A300-841E-0548-96A2-75E0ECD1BE63}" destId="{4901D772-E097-4649-80FB-606CD90A174A}" srcOrd="6" destOrd="0" presId="urn:microsoft.com/office/officeart/2005/8/layout/list1"/>
    <dgm:cxn modelId="{E3789EF7-B34B-614E-B318-5B26EC12D00D}" type="presParOf" srcId="{1196A300-841E-0548-96A2-75E0ECD1BE63}" destId="{34973607-D76A-3744-898D-2C626CAC02C4}" srcOrd="7" destOrd="0" presId="urn:microsoft.com/office/officeart/2005/8/layout/list1"/>
    <dgm:cxn modelId="{74F9B065-832E-5C4E-953A-D60CF90412EF}" type="presParOf" srcId="{1196A300-841E-0548-96A2-75E0ECD1BE63}" destId="{D3921BE7-1A9B-EB46-A62A-E634EC70825E}" srcOrd="8" destOrd="0" presId="urn:microsoft.com/office/officeart/2005/8/layout/list1"/>
    <dgm:cxn modelId="{003C149A-3C9C-634D-AD8E-F704BF44B3F9}" type="presParOf" srcId="{D3921BE7-1A9B-EB46-A62A-E634EC70825E}" destId="{FCF93A29-EDB2-4B48-88A1-A84DFA860A97}" srcOrd="0" destOrd="0" presId="urn:microsoft.com/office/officeart/2005/8/layout/list1"/>
    <dgm:cxn modelId="{4CA7691C-4A9D-CD4D-9699-DA95C5C59D7B}" type="presParOf" srcId="{D3921BE7-1A9B-EB46-A62A-E634EC70825E}" destId="{46BAEB78-3622-2F4D-9F40-D89CC15272D7}" srcOrd="1" destOrd="0" presId="urn:microsoft.com/office/officeart/2005/8/layout/list1"/>
    <dgm:cxn modelId="{28526F13-C8F2-474C-B0FE-39876473A6F4}" type="presParOf" srcId="{1196A300-841E-0548-96A2-75E0ECD1BE63}" destId="{D6110977-A99E-D84C-B789-DBDD0121296E}" srcOrd="9" destOrd="0" presId="urn:microsoft.com/office/officeart/2005/8/layout/list1"/>
    <dgm:cxn modelId="{C76B332F-D74E-8A4F-9543-78169905C08F}" type="presParOf" srcId="{1196A300-841E-0548-96A2-75E0ECD1BE63}" destId="{D62A510E-068A-904D-9FFD-7BBBB0F0B3D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3475D6-F795-41E6-A941-BA591F1296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8A76540-60CD-40A8-84D1-39A2508E6311}">
      <dgm:prSet/>
      <dgm:spPr/>
      <dgm:t>
        <a:bodyPr/>
        <a:lstStyle/>
        <a:p>
          <a:r>
            <a:rPr lang="fr-FR" b="0" i="0"/>
            <a:t>Objective: Introduce a novel feature that leverages multi-agent system concepts to improve farm automation.</a:t>
          </a:r>
          <a:endParaRPr lang="en-US"/>
        </a:p>
      </dgm:t>
    </dgm:pt>
    <dgm:pt modelId="{136EF3CC-5CE2-4661-AB32-D2E770056E45}" type="parTrans" cxnId="{8285A792-0A93-4E60-96BF-9C346B555D88}">
      <dgm:prSet/>
      <dgm:spPr/>
      <dgm:t>
        <a:bodyPr/>
        <a:lstStyle/>
        <a:p>
          <a:endParaRPr lang="en-US"/>
        </a:p>
      </dgm:t>
    </dgm:pt>
    <dgm:pt modelId="{BEA6CA45-A4F9-4D05-88BD-110344E10832}" type="sibTrans" cxnId="{8285A792-0A93-4E60-96BF-9C346B555D88}">
      <dgm:prSet/>
      <dgm:spPr/>
      <dgm:t>
        <a:bodyPr/>
        <a:lstStyle/>
        <a:p>
          <a:endParaRPr lang="en-US"/>
        </a:p>
      </dgm:t>
    </dgm:pt>
    <dgm:pt modelId="{4EDF8422-CB01-4117-8CB9-FF9459128D70}">
      <dgm:prSet/>
      <dgm:spPr/>
      <dgm:t>
        <a:bodyPr/>
        <a:lstStyle/>
        <a:p>
          <a:r>
            <a:rPr lang="fr-FR" b="0" i="0" dirty="0" err="1"/>
            <a:t>Feature</a:t>
          </a:r>
          <a:r>
            <a:rPr lang="fr-FR" b="0" i="0" dirty="0"/>
            <a:t> Description: </a:t>
          </a:r>
          <a:r>
            <a:rPr lang="fr-FR" b="0" i="0" dirty="0" err="1"/>
            <a:t>Implementation</a:t>
          </a:r>
          <a:r>
            <a:rPr lang="fr-FR" b="0" i="0" dirty="0"/>
            <a:t> of a pattern </a:t>
          </a:r>
          <a:r>
            <a:rPr lang="fr-FR" b="0" i="0" dirty="0" err="1"/>
            <a:t>followed</a:t>
          </a:r>
          <a:r>
            <a:rPr lang="fr-FR" b="0" i="0" dirty="0"/>
            <a:t> by drones </a:t>
          </a:r>
          <a:r>
            <a:rPr lang="fr-FR" b="0" i="0" dirty="0" err="1"/>
            <a:t>that</a:t>
          </a:r>
          <a:r>
            <a:rPr lang="fr-FR" b="0" i="0" dirty="0"/>
            <a:t> </a:t>
          </a:r>
          <a:r>
            <a:rPr lang="fr-FR" b="0" i="0" dirty="0" err="1"/>
            <a:t>allow</a:t>
          </a:r>
          <a:r>
            <a:rPr lang="fr-FR" b="0" i="0" dirty="0"/>
            <a:t> </a:t>
          </a:r>
          <a:r>
            <a:rPr lang="fr-FR" b="0" i="0" dirty="0" err="1"/>
            <a:t>each</a:t>
          </a:r>
          <a:r>
            <a:rPr lang="fr-FR" b="0" i="0" dirty="0"/>
            <a:t> drone to </a:t>
          </a:r>
          <a:r>
            <a:rPr lang="fr-FR" b="0" i="0" dirty="0" err="1"/>
            <a:t>take</a:t>
          </a:r>
          <a:r>
            <a:rPr lang="fr-FR" b="0" i="0" dirty="0"/>
            <a:t> a horizontal and vertical direction to explore the </a:t>
          </a:r>
          <a:r>
            <a:rPr lang="fr-FR" b="0" i="0" dirty="0" err="1"/>
            <a:t>grid</a:t>
          </a:r>
          <a:r>
            <a:rPr lang="fr-FR" b="0" i="0" dirty="0"/>
            <a:t> </a:t>
          </a:r>
          <a:r>
            <a:rPr lang="fr-FR" b="0" i="0" dirty="0" err="1"/>
            <a:t>column</a:t>
          </a:r>
          <a:r>
            <a:rPr lang="fr-FR" b="0" i="0" dirty="0"/>
            <a:t> by </a:t>
          </a:r>
          <a:r>
            <a:rPr lang="fr-FR" b="0" i="0" dirty="0" err="1"/>
            <a:t>column</a:t>
          </a:r>
          <a:r>
            <a:rPr lang="fr-FR" b="0" i="0" dirty="0"/>
            <a:t>. Once </a:t>
          </a:r>
          <a:r>
            <a:rPr lang="fr-FR" b="0" i="0" dirty="0" err="1"/>
            <a:t>crops</a:t>
          </a:r>
          <a:r>
            <a:rPr lang="fr-FR" b="0" i="0" dirty="0"/>
            <a:t> </a:t>
          </a:r>
          <a:r>
            <a:rPr lang="fr-FR" b="0" i="0" dirty="0" err="1"/>
            <a:t>found</a:t>
          </a:r>
          <a:r>
            <a:rPr lang="fr-FR" b="0" i="0" dirty="0"/>
            <a:t> </a:t>
          </a:r>
          <a:r>
            <a:rPr lang="fr-FR" b="0" i="0" dirty="0" err="1"/>
            <a:t>send</a:t>
          </a:r>
          <a:r>
            <a:rPr lang="fr-FR" b="0" i="0" dirty="0"/>
            <a:t> signal to the </a:t>
          </a:r>
          <a:r>
            <a:rPr lang="fr-FR" b="0" i="0" dirty="0" err="1"/>
            <a:t>closet</a:t>
          </a:r>
          <a:r>
            <a:rPr lang="fr-FR" b="0" i="0" dirty="0"/>
            <a:t> robot.</a:t>
          </a:r>
          <a:endParaRPr lang="en-US" dirty="0"/>
        </a:p>
      </dgm:t>
    </dgm:pt>
    <dgm:pt modelId="{A3DEE8A1-D301-4537-9F8A-D2C1A3DB50B0}" type="parTrans" cxnId="{B4EC982F-6399-4E8D-8A02-5E77FFB90472}">
      <dgm:prSet/>
      <dgm:spPr/>
      <dgm:t>
        <a:bodyPr/>
        <a:lstStyle/>
        <a:p>
          <a:endParaRPr lang="en-US"/>
        </a:p>
      </dgm:t>
    </dgm:pt>
    <dgm:pt modelId="{11E727CF-465C-4C39-AE92-0708401326E3}" type="sibTrans" cxnId="{B4EC982F-6399-4E8D-8A02-5E77FFB90472}">
      <dgm:prSet/>
      <dgm:spPr/>
      <dgm:t>
        <a:bodyPr/>
        <a:lstStyle/>
        <a:p>
          <a:endParaRPr lang="en-US"/>
        </a:p>
      </dgm:t>
    </dgm:pt>
    <dgm:pt modelId="{C2409507-7804-4CA8-AB0C-C556AC2B7B90}">
      <dgm:prSet/>
      <dgm:spPr/>
      <dgm:t>
        <a:bodyPr/>
        <a:lstStyle/>
        <a:p>
          <a:r>
            <a:rPr lang="fr-FR"/>
            <a:t>Goals</a:t>
          </a:r>
          <a:r>
            <a:rPr lang="fr-FR" b="0" i="0"/>
            <a:t>:</a:t>
          </a:r>
          <a:endParaRPr lang="en-US"/>
        </a:p>
      </dgm:t>
    </dgm:pt>
    <dgm:pt modelId="{EEC34A99-A2B2-4300-A0B6-DBA22D3ACD64}" type="parTrans" cxnId="{7146AAF2-A900-4512-BD21-60A1A215CB42}">
      <dgm:prSet/>
      <dgm:spPr/>
      <dgm:t>
        <a:bodyPr/>
        <a:lstStyle/>
        <a:p>
          <a:endParaRPr lang="en-US"/>
        </a:p>
      </dgm:t>
    </dgm:pt>
    <dgm:pt modelId="{C94EAD6F-4941-499B-9450-C7FE9ED89036}" type="sibTrans" cxnId="{7146AAF2-A900-4512-BD21-60A1A215CB42}">
      <dgm:prSet/>
      <dgm:spPr/>
      <dgm:t>
        <a:bodyPr/>
        <a:lstStyle/>
        <a:p>
          <a:endParaRPr lang="en-US"/>
        </a:p>
      </dgm:t>
    </dgm:pt>
    <dgm:pt modelId="{B6AF83EB-0189-4679-BF75-8CD1CE318890}">
      <dgm:prSet/>
      <dgm:spPr/>
      <dgm:t>
        <a:bodyPr/>
        <a:lstStyle/>
        <a:p>
          <a:r>
            <a:rPr lang="fr-FR" b="0" i="0"/>
            <a:t>Increased efficiency in crop collection</a:t>
          </a:r>
          <a:endParaRPr lang="en-US"/>
        </a:p>
      </dgm:t>
    </dgm:pt>
    <dgm:pt modelId="{182D9DA1-3788-4109-81EC-4F8AC106FC11}" type="parTrans" cxnId="{3837E16B-8E32-467C-88B0-A08EDFBCEC1C}">
      <dgm:prSet/>
      <dgm:spPr/>
      <dgm:t>
        <a:bodyPr/>
        <a:lstStyle/>
        <a:p>
          <a:endParaRPr lang="en-US"/>
        </a:p>
      </dgm:t>
    </dgm:pt>
    <dgm:pt modelId="{B67BA951-1402-464A-AA7D-5D457B6099E3}" type="sibTrans" cxnId="{3837E16B-8E32-467C-88B0-A08EDFBCEC1C}">
      <dgm:prSet/>
      <dgm:spPr/>
      <dgm:t>
        <a:bodyPr/>
        <a:lstStyle/>
        <a:p>
          <a:endParaRPr lang="en-US"/>
        </a:p>
      </dgm:t>
    </dgm:pt>
    <dgm:pt modelId="{020B56BA-09C3-4124-B32C-D2BE1DB3D164}">
      <dgm:prSet/>
      <dgm:spPr/>
      <dgm:t>
        <a:bodyPr/>
        <a:lstStyle/>
        <a:p>
          <a:r>
            <a:rPr lang="fr-FR" b="0" i="0"/>
            <a:t>Optimized energy consumption</a:t>
          </a:r>
          <a:endParaRPr lang="en-US"/>
        </a:p>
      </dgm:t>
    </dgm:pt>
    <dgm:pt modelId="{9268A3DE-88E6-4633-BCAF-BA5D4907E4DC}" type="parTrans" cxnId="{9A2AEF5E-4014-4B20-97B3-82EE667B868B}">
      <dgm:prSet/>
      <dgm:spPr/>
      <dgm:t>
        <a:bodyPr/>
        <a:lstStyle/>
        <a:p>
          <a:endParaRPr lang="en-US"/>
        </a:p>
      </dgm:t>
    </dgm:pt>
    <dgm:pt modelId="{130B351F-26F3-4A7F-B55A-661E790CFEBB}" type="sibTrans" cxnId="{9A2AEF5E-4014-4B20-97B3-82EE667B868B}">
      <dgm:prSet/>
      <dgm:spPr/>
      <dgm:t>
        <a:bodyPr/>
        <a:lstStyle/>
        <a:p>
          <a:endParaRPr lang="en-US"/>
        </a:p>
      </dgm:t>
    </dgm:pt>
    <dgm:pt modelId="{AA8DF986-C715-4B39-A183-E5A128005C33}">
      <dgm:prSet/>
      <dgm:spPr/>
      <dgm:t>
        <a:bodyPr/>
        <a:lstStyle/>
        <a:p>
          <a:r>
            <a:rPr lang="fr-FR" b="0" i="0"/>
            <a:t>Enhanced overall system performance</a:t>
          </a:r>
          <a:endParaRPr lang="en-US"/>
        </a:p>
      </dgm:t>
    </dgm:pt>
    <dgm:pt modelId="{90A5275E-6B53-4749-991B-0F2F7DFA36BE}" type="parTrans" cxnId="{25840BEB-7B8E-4D9C-955C-1447D8FB4D35}">
      <dgm:prSet/>
      <dgm:spPr/>
      <dgm:t>
        <a:bodyPr/>
        <a:lstStyle/>
        <a:p>
          <a:endParaRPr lang="en-US"/>
        </a:p>
      </dgm:t>
    </dgm:pt>
    <dgm:pt modelId="{ABE9F29C-8F5E-44E3-943E-31FAF987D949}" type="sibTrans" cxnId="{25840BEB-7B8E-4D9C-955C-1447D8FB4D35}">
      <dgm:prSet/>
      <dgm:spPr/>
      <dgm:t>
        <a:bodyPr/>
        <a:lstStyle/>
        <a:p>
          <a:endParaRPr lang="en-US"/>
        </a:p>
      </dgm:t>
    </dgm:pt>
    <dgm:pt modelId="{17F6A9A9-9A36-4DE4-AA34-BEEA9DF7C3E2}" type="pres">
      <dgm:prSet presAssocID="{E03475D6-F795-41E6-A941-BA591F129681}" presName="root" presStyleCnt="0">
        <dgm:presLayoutVars>
          <dgm:dir/>
          <dgm:resizeHandles val="exact"/>
        </dgm:presLayoutVars>
      </dgm:prSet>
      <dgm:spPr/>
    </dgm:pt>
    <dgm:pt modelId="{B460F83F-3B35-457F-A829-34E8A728468D}" type="pres">
      <dgm:prSet presAssocID="{B8A76540-60CD-40A8-84D1-39A2508E6311}" presName="compNode" presStyleCnt="0"/>
      <dgm:spPr/>
    </dgm:pt>
    <dgm:pt modelId="{38DA95A7-33A9-4DC7-A0BD-4E075436DBEE}" type="pres">
      <dgm:prSet presAssocID="{B8A76540-60CD-40A8-84D1-39A2508E6311}" presName="bgRect" presStyleLbl="bgShp" presStyleIdx="0" presStyleCnt="3"/>
      <dgm:spPr/>
    </dgm:pt>
    <dgm:pt modelId="{0FE82104-84C5-4C98-8B17-4DA6C20D1887}" type="pres">
      <dgm:prSet presAssocID="{B8A76540-60CD-40A8-84D1-39A2508E63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nge"/>
        </a:ext>
      </dgm:extLst>
    </dgm:pt>
    <dgm:pt modelId="{0489F570-9182-4841-8FF9-0B35990AEC0C}" type="pres">
      <dgm:prSet presAssocID="{B8A76540-60CD-40A8-84D1-39A2508E6311}" presName="spaceRect" presStyleCnt="0"/>
      <dgm:spPr/>
    </dgm:pt>
    <dgm:pt modelId="{192CF16E-6C30-4534-8E3C-109859E2A4BD}" type="pres">
      <dgm:prSet presAssocID="{B8A76540-60CD-40A8-84D1-39A2508E6311}" presName="parTx" presStyleLbl="revTx" presStyleIdx="0" presStyleCnt="4">
        <dgm:presLayoutVars>
          <dgm:chMax val="0"/>
          <dgm:chPref val="0"/>
        </dgm:presLayoutVars>
      </dgm:prSet>
      <dgm:spPr/>
    </dgm:pt>
    <dgm:pt modelId="{CA76BF2D-95EC-42D6-98D9-6C99DDF6871C}" type="pres">
      <dgm:prSet presAssocID="{BEA6CA45-A4F9-4D05-88BD-110344E10832}" presName="sibTrans" presStyleCnt="0"/>
      <dgm:spPr/>
    </dgm:pt>
    <dgm:pt modelId="{D6916415-B767-43DA-B8E6-3FB609A223C4}" type="pres">
      <dgm:prSet presAssocID="{4EDF8422-CB01-4117-8CB9-FF9459128D70}" presName="compNode" presStyleCnt="0"/>
      <dgm:spPr/>
    </dgm:pt>
    <dgm:pt modelId="{F8DCFBB8-B49C-46C6-9CD4-9CD74B6AAB4B}" type="pres">
      <dgm:prSet presAssocID="{4EDF8422-CB01-4117-8CB9-FF9459128D70}" presName="bgRect" presStyleLbl="bgShp" presStyleIdx="1" presStyleCnt="3"/>
      <dgm:spPr/>
    </dgm:pt>
    <dgm:pt modelId="{F398EF5C-9014-42A4-B400-362F4B6FC315}" type="pres">
      <dgm:prSet presAssocID="{4EDF8422-CB01-4117-8CB9-FF9459128D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53BD89FD-B725-402E-833F-C1316CCB9A42}" type="pres">
      <dgm:prSet presAssocID="{4EDF8422-CB01-4117-8CB9-FF9459128D70}" presName="spaceRect" presStyleCnt="0"/>
      <dgm:spPr/>
    </dgm:pt>
    <dgm:pt modelId="{C40EA865-C7B0-47F7-8A14-5C76BD3E34F3}" type="pres">
      <dgm:prSet presAssocID="{4EDF8422-CB01-4117-8CB9-FF9459128D70}" presName="parTx" presStyleLbl="revTx" presStyleIdx="1" presStyleCnt="4">
        <dgm:presLayoutVars>
          <dgm:chMax val="0"/>
          <dgm:chPref val="0"/>
        </dgm:presLayoutVars>
      </dgm:prSet>
      <dgm:spPr/>
    </dgm:pt>
    <dgm:pt modelId="{EDCF750E-A30B-46D5-BB75-B8DD66F67C21}" type="pres">
      <dgm:prSet presAssocID="{11E727CF-465C-4C39-AE92-0708401326E3}" presName="sibTrans" presStyleCnt="0"/>
      <dgm:spPr/>
    </dgm:pt>
    <dgm:pt modelId="{8FD75CF8-F59C-44B8-812F-8B6533DCEA40}" type="pres">
      <dgm:prSet presAssocID="{C2409507-7804-4CA8-AB0C-C556AC2B7B90}" presName="compNode" presStyleCnt="0"/>
      <dgm:spPr/>
    </dgm:pt>
    <dgm:pt modelId="{ED54777A-BE30-48A3-902F-37E153A7AA43}" type="pres">
      <dgm:prSet presAssocID="{C2409507-7804-4CA8-AB0C-C556AC2B7B90}" presName="bgRect" presStyleLbl="bgShp" presStyleIdx="2" presStyleCnt="3"/>
      <dgm:spPr/>
    </dgm:pt>
    <dgm:pt modelId="{8A14306F-5F1C-44A4-A87D-38E93E781380}" type="pres">
      <dgm:prSet presAssocID="{C2409507-7804-4CA8-AB0C-C556AC2B7B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198A944-80EE-40BD-A0AE-5E172B8E95A7}" type="pres">
      <dgm:prSet presAssocID="{C2409507-7804-4CA8-AB0C-C556AC2B7B90}" presName="spaceRect" presStyleCnt="0"/>
      <dgm:spPr/>
    </dgm:pt>
    <dgm:pt modelId="{5DEF15EC-3407-4D1F-B0EF-D7C1DDB59D66}" type="pres">
      <dgm:prSet presAssocID="{C2409507-7804-4CA8-AB0C-C556AC2B7B90}" presName="parTx" presStyleLbl="revTx" presStyleIdx="2" presStyleCnt="4">
        <dgm:presLayoutVars>
          <dgm:chMax val="0"/>
          <dgm:chPref val="0"/>
        </dgm:presLayoutVars>
      </dgm:prSet>
      <dgm:spPr/>
    </dgm:pt>
    <dgm:pt modelId="{E7AEDE62-7D39-4D0F-B758-F03BABC5CEFB}" type="pres">
      <dgm:prSet presAssocID="{C2409507-7804-4CA8-AB0C-C556AC2B7B90}" presName="desTx" presStyleLbl="revTx" presStyleIdx="3" presStyleCnt="4">
        <dgm:presLayoutVars/>
      </dgm:prSet>
      <dgm:spPr/>
    </dgm:pt>
  </dgm:ptLst>
  <dgm:cxnLst>
    <dgm:cxn modelId="{6D45EA18-43F8-4960-A235-5229A4933F59}" type="presOf" srcId="{4EDF8422-CB01-4117-8CB9-FF9459128D70}" destId="{C40EA865-C7B0-47F7-8A14-5C76BD3E34F3}" srcOrd="0" destOrd="0" presId="urn:microsoft.com/office/officeart/2018/2/layout/IconVerticalSolidList"/>
    <dgm:cxn modelId="{B4EC982F-6399-4E8D-8A02-5E77FFB90472}" srcId="{E03475D6-F795-41E6-A941-BA591F129681}" destId="{4EDF8422-CB01-4117-8CB9-FF9459128D70}" srcOrd="1" destOrd="0" parTransId="{A3DEE8A1-D301-4537-9F8A-D2C1A3DB50B0}" sibTransId="{11E727CF-465C-4C39-AE92-0708401326E3}"/>
    <dgm:cxn modelId="{4D2FA53F-7364-4CE1-B8BA-74040716CD02}" type="presOf" srcId="{B6AF83EB-0189-4679-BF75-8CD1CE318890}" destId="{E7AEDE62-7D39-4D0F-B758-F03BABC5CEFB}" srcOrd="0" destOrd="0" presId="urn:microsoft.com/office/officeart/2018/2/layout/IconVerticalSolidList"/>
    <dgm:cxn modelId="{3EBF2753-6A17-4BC8-B779-9FED280CB930}" type="presOf" srcId="{E03475D6-F795-41E6-A941-BA591F129681}" destId="{17F6A9A9-9A36-4DE4-AA34-BEEA9DF7C3E2}" srcOrd="0" destOrd="0" presId="urn:microsoft.com/office/officeart/2018/2/layout/IconVerticalSolidList"/>
    <dgm:cxn modelId="{9A2AEF5E-4014-4B20-97B3-82EE667B868B}" srcId="{C2409507-7804-4CA8-AB0C-C556AC2B7B90}" destId="{020B56BA-09C3-4124-B32C-D2BE1DB3D164}" srcOrd="1" destOrd="0" parTransId="{9268A3DE-88E6-4633-BCAF-BA5D4907E4DC}" sibTransId="{130B351F-26F3-4A7F-B55A-661E790CFEBB}"/>
    <dgm:cxn modelId="{3837E16B-8E32-467C-88B0-A08EDFBCEC1C}" srcId="{C2409507-7804-4CA8-AB0C-C556AC2B7B90}" destId="{B6AF83EB-0189-4679-BF75-8CD1CE318890}" srcOrd="0" destOrd="0" parTransId="{182D9DA1-3788-4109-81EC-4F8AC106FC11}" sibTransId="{B67BA951-1402-464A-AA7D-5D457B6099E3}"/>
    <dgm:cxn modelId="{F7577D7D-4AD7-4D0F-AB85-08B6A7BAA5D2}" type="presOf" srcId="{B8A76540-60CD-40A8-84D1-39A2508E6311}" destId="{192CF16E-6C30-4534-8E3C-109859E2A4BD}" srcOrd="0" destOrd="0" presId="urn:microsoft.com/office/officeart/2018/2/layout/IconVerticalSolidList"/>
    <dgm:cxn modelId="{8285A792-0A93-4E60-96BF-9C346B555D88}" srcId="{E03475D6-F795-41E6-A941-BA591F129681}" destId="{B8A76540-60CD-40A8-84D1-39A2508E6311}" srcOrd="0" destOrd="0" parTransId="{136EF3CC-5CE2-4661-AB32-D2E770056E45}" sibTransId="{BEA6CA45-A4F9-4D05-88BD-110344E10832}"/>
    <dgm:cxn modelId="{A53E58CB-284B-4662-BE6A-047A46106AE7}" type="presOf" srcId="{C2409507-7804-4CA8-AB0C-C556AC2B7B90}" destId="{5DEF15EC-3407-4D1F-B0EF-D7C1DDB59D66}" srcOrd="0" destOrd="0" presId="urn:microsoft.com/office/officeart/2018/2/layout/IconVerticalSolidList"/>
    <dgm:cxn modelId="{758561E4-A99D-41F8-8D8F-EE8A72EC8104}" type="presOf" srcId="{AA8DF986-C715-4B39-A183-E5A128005C33}" destId="{E7AEDE62-7D39-4D0F-B758-F03BABC5CEFB}" srcOrd="0" destOrd="2" presId="urn:microsoft.com/office/officeart/2018/2/layout/IconVerticalSolidList"/>
    <dgm:cxn modelId="{25840BEB-7B8E-4D9C-955C-1447D8FB4D35}" srcId="{C2409507-7804-4CA8-AB0C-C556AC2B7B90}" destId="{AA8DF986-C715-4B39-A183-E5A128005C33}" srcOrd="2" destOrd="0" parTransId="{90A5275E-6B53-4749-991B-0F2F7DFA36BE}" sibTransId="{ABE9F29C-8F5E-44E3-943E-31FAF987D949}"/>
    <dgm:cxn modelId="{7146AAF2-A900-4512-BD21-60A1A215CB42}" srcId="{E03475D6-F795-41E6-A941-BA591F129681}" destId="{C2409507-7804-4CA8-AB0C-C556AC2B7B90}" srcOrd="2" destOrd="0" parTransId="{EEC34A99-A2B2-4300-A0B6-DBA22D3ACD64}" sibTransId="{C94EAD6F-4941-499B-9450-C7FE9ED89036}"/>
    <dgm:cxn modelId="{2FFC75F9-2660-47D2-9929-C785EC6C906B}" type="presOf" srcId="{020B56BA-09C3-4124-B32C-D2BE1DB3D164}" destId="{E7AEDE62-7D39-4D0F-B758-F03BABC5CEFB}" srcOrd="0" destOrd="1" presId="urn:microsoft.com/office/officeart/2018/2/layout/IconVerticalSolidList"/>
    <dgm:cxn modelId="{1F457CAC-83E2-4FF8-B70F-6A5815B5A056}" type="presParOf" srcId="{17F6A9A9-9A36-4DE4-AA34-BEEA9DF7C3E2}" destId="{B460F83F-3B35-457F-A829-34E8A728468D}" srcOrd="0" destOrd="0" presId="urn:microsoft.com/office/officeart/2018/2/layout/IconVerticalSolidList"/>
    <dgm:cxn modelId="{49725C0D-3B51-47F4-B34C-8B4AFB456E0F}" type="presParOf" srcId="{B460F83F-3B35-457F-A829-34E8A728468D}" destId="{38DA95A7-33A9-4DC7-A0BD-4E075436DBEE}" srcOrd="0" destOrd="0" presId="urn:microsoft.com/office/officeart/2018/2/layout/IconVerticalSolidList"/>
    <dgm:cxn modelId="{33167AEC-EB3A-4E24-8F98-8BA731ED0B4A}" type="presParOf" srcId="{B460F83F-3B35-457F-A829-34E8A728468D}" destId="{0FE82104-84C5-4C98-8B17-4DA6C20D1887}" srcOrd="1" destOrd="0" presId="urn:microsoft.com/office/officeart/2018/2/layout/IconVerticalSolidList"/>
    <dgm:cxn modelId="{27DCA278-5B5E-42CA-97BC-24E375DE8CDE}" type="presParOf" srcId="{B460F83F-3B35-457F-A829-34E8A728468D}" destId="{0489F570-9182-4841-8FF9-0B35990AEC0C}" srcOrd="2" destOrd="0" presId="urn:microsoft.com/office/officeart/2018/2/layout/IconVerticalSolidList"/>
    <dgm:cxn modelId="{E1B934ED-135D-40BE-9148-F607D66D5F9C}" type="presParOf" srcId="{B460F83F-3B35-457F-A829-34E8A728468D}" destId="{192CF16E-6C30-4534-8E3C-109859E2A4BD}" srcOrd="3" destOrd="0" presId="urn:microsoft.com/office/officeart/2018/2/layout/IconVerticalSolidList"/>
    <dgm:cxn modelId="{C69CC25C-152D-4A28-99B7-D45D93FE33C8}" type="presParOf" srcId="{17F6A9A9-9A36-4DE4-AA34-BEEA9DF7C3E2}" destId="{CA76BF2D-95EC-42D6-98D9-6C99DDF6871C}" srcOrd="1" destOrd="0" presId="urn:microsoft.com/office/officeart/2018/2/layout/IconVerticalSolidList"/>
    <dgm:cxn modelId="{3F8595B8-3E98-43E8-806C-5BB67F2C9E1A}" type="presParOf" srcId="{17F6A9A9-9A36-4DE4-AA34-BEEA9DF7C3E2}" destId="{D6916415-B767-43DA-B8E6-3FB609A223C4}" srcOrd="2" destOrd="0" presId="urn:microsoft.com/office/officeart/2018/2/layout/IconVerticalSolidList"/>
    <dgm:cxn modelId="{08894B3F-1598-49AE-A2C9-C7C56E4805F8}" type="presParOf" srcId="{D6916415-B767-43DA-B8E6-3FB609A223C4}" destId="{F8DCFBB8-B49C-46C6-9CD4-9CD74B6AAB4B}" srcOrd="0" destOrd="0" presId="urn:microsoft.com/office/officeart/2018/2/layout/IconVerticalSolidList"/>
    <dgm:cxn modelId="{888CAD61-D2B1-4466-A317-DE01F50C0CB3}" type="presParOf" srcId="{D6916415-B767-43DA-B8E6-3FB609A223C4}" destId="{F398EF5C-9014-42A4-B400-362F4B6FC315}" srcOrd="1" destOrd="0" presId="urn:microsoft.com/office/officeart/2018/2/layout/IconVerticalSolidList"/>
    <dgm:cxn modelId="{09681D3E-8264-4634-886C-EDCA48306947}" type="presParOf" srcId="{D6916415-B767-43DA-B8E6-3FB609A223C4}" destId="{53BD89FD-B725-402E-833F-C1316CCB9A42}" srcOrd="2" destOrd="0" presId="urn:microsoft.com/office/officeart/2018/2/layout/IconVerticalSolidList"/>
    <dgm:cxn modelId="{0AA41821-D1F8-4423-B3B8-D8D6EE1D53AE}" type="presParOf" srcId="{D6916415-B767-43DA-B8E6-3FB609A223C4}" destId="{C40EA865-C7B0-47F7-8A14-5C76BD3E34F3}" srcOrd="3" destOrd="0" presId="urn:microsoft.com/office/officeart/2018/2/layout/IconVerticalSolidList"/>
    <dgm:cxn modelId="{272F2D35-C0FD-4093-85A0-3FD6A1927242}" type="presParOf" srcId="{17F6A9A9-9A36-4DE4-AA34-BEEA9DF7C3E2}" destId="{EDCF750E-A30B-46D5-BB75-B8DD66F67C21}" srcOrd="3" destOrd="0" presId="urn:microsoft.com/office/officeart/2018/2/layout/IconVerticalSolidList"/>
    <dgm:cxn modelId="{884200E5-2CC6-4248-ADE2-DFC58024F970}" type="presParOf" srcId="{17F6A9A9-9A36-4DE4-AA34-BEEA9DF7C3E2}" destId="{8FD75CF8-F59C-44B8-812F-8B6533DCEA40}" srcOrd="4" destOrd="0" presId="urn:microsoft.com/office/officeart/2018/2/layout/IconVerticalSolidList"/>
    <dgm:cxn modelId="{D48BE326-1713-49FE-99D3-BE6649F9052E}" type="presParOf" srcId="{8FD75CF8-F59C-44B8-812F-8B6533DCEA40}" destId="{ED54777A-BE30-48A3-902F-37E153A7AA43}" srcOrd="0" destOrd="0" presId="urn:microsoft.com/office/officeart/2018/2/layout/IconVerticalSolidList"/>
    <dgm:cxn modelId="{4DC6A143-F235-4C72-926D-E3F8F9601AF0}" type="presParOf" srcId="{8FD75CF8-F59C-44B8-812F-8B6533DCEA40}" destId="{8A14306F-5F1C-44A4-A87D-38E93E781380}" srcOrd="1" destOrd="0" presId="urn:microsoft.com/office/officeart/2018/2/layout/IconVerticalSolidList"/>
    <dgm:cxn modelId="{4AC159A1-6B48-40BB-807B-668A33FCFF80}" type="presParOf" srcId="{8FD75CF8-F59C-44B8-812F-8B6533DCEA40}" destId="{B198A944-80EE-40BD-A0AE-5E172B8E95A7}" srcOrd="2" destOrd="0" presId="urn:microsoft.com/office/officeart/2018/2/layout/IconVerticalSolidList"/>
    <dgm:cxn modelId="{AA35C3F8-2E84-4815-B47A-3E8E2D10CA75}" type="presParOf" srcId="{8FD75CF8-F59C-44B8-812F-8B6533DCEA40}" destId="{5DEF15EC-3407-4D1F-B0EF-D7C1DDB59D66}" srcOrd="3" destOrd="0" presId="urn:microsoft.com/office/officeart/2018/2/layout/IconVerticalSolidList"/>
    <dgm:cxn modelId="{014BB448-04D8-46BF-B55F-0004C82E2861}" type="presParOf" srcId="{8FD75CF8-F59C-44B8-812F-8B6533DCEA40}" destId="{E7AEDE62-7D39-4D0F-B758-F03BABC5CEF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25A30D-028C-49D4-A90A-49FAB2FB688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EAA51C8-E07D-45DF-8301-27D2831370C6}">
      <dgm:prSet/>
      <dgm:spPr/>
      <dgm:t>
        <a:bodyPr/>
        <a:lstStyle/>
        <a:p>
          <a:r>
            <a:rPr lang="fr-FR" dirty="0"/>
            <a:t>Structural </a:t>
          </a:r>
          <a:r>
            <a:rPr lang="fr-FR" dirty="0" err="1"/>
            <a:t>Elements</a:t>
          </a:r>
          <a:endParaRPr lang="en-US" dirty="0"/>
        </a:p>
      </dgm:t>
    </dgm:pt>
    <dgm:pt modelId="{E90055D1-8E65-4B6F-A8C1-0BA328A01878}" type="parTrans" cxnId="{C6B06E80-CC86-4CE6-9608-16D15FCF4196}">
      <dgm:prSet/>
      <dgm:spPr/>
      <dgm:t>
        <a:bodyPr/>
        <a:lstStyle/>
        <a:p>
          <a:endParaRPr lang="en-US"/>
        </a:p>
      </dgm:t>
    </dgm:pt>
    <dgm:pt modelId="{B3EA77BE-1601-48E0-A603-06F4353BFF4F}" type="sibTrans" cxnId="{C6B06E80-CC86-4CE6-9608-16D15FCF4196}">
      <dgm:prSet/>
      <dgm:spPr/>
      <dgm:t>
        <a:bodyPr/>
        <a:lstStyle/>
        <a:p>
          <a:endParaRPr lang="en-US"/>
        </a:p>
      </dgm:t>
    </dgm:pt>
    <dgm:pt modelId="{5C3BE782-1787-49E4-992B-7188A9BAB1F8}">
      <dgm:prSet/>
      <dgm:spPr/>
      <dgm:t>
        <a:bodyPr/>
        <a:lstStyle/>
        <a:p>
          <a:r>
            <a:rPr lang="fr-FR" dirty="0"/>
            <a:t>- Agents: Drones and </a:t>
          </a:r>
          <a:r>
            <a:rPr lang="fr-FR" dirty="0" err="1"/>
            <a:t>Amphibious</a:t>
          </a:r>
          <a:r>
            <a:rPr lang="fr-FR" dirty="0"/>
            <a:t> </a:t>
          </a:r>
          <a:r>
            <a:rPr lang="fr-FR" dirty="0" err="1"/>
            <a:t>Picker</a:t>
          </a:r>
          <a:r>
            <a:rPr lang="fr-FR" dirty="0"/>
            <a:t> Robots</a:t>
          </a:r>
          <a:endParaRPr lang="en-US" dirty="0"/>
        </a:p>
      </dgm:t>
    </dgm:pt>
    <dgm:pt modelId="{6766082E-2B4E-456C-844B-E488DA6B9A93}" type="parTrans" cxnId="{9E612BDD-0E7B-44F4-9021-9D7118590CBF}">
      <dgm:prSet/>
      <dgm:spPr/>
      <dgm:t>
        <a:bodyPr/>
        <a:lstStyle/>
        <a:p>
          <a:endParaRPr lang="en-US"/>
        </a:p>
      </dgm:t>
    </dgm:pt>
    <dgm:pt modelId="{D132146F-6550-462A-A3C6-77A14224284A}" type="sibTrans" cxnId="{9E612BDD-0E7B-44F4-9021-9D7118590CBF}">
      <dgm:prSet/>
      <dgm:spPr/>
      <dgm:t>
        <a:bodyPr/>
        <a:lstStyle/>
        <a:p>
          <a:endParaRPr lang="en-US"/>
        </a:p>
      </dgm:t>
    </dgm:pt>
    <dgm:pt modelId="{1DFEDF43-7D3C-43E0-8A77-2565F63A6EB5}">
      <dgm:prSet/>
      <dgm:spPr/>
      <dgm:t>
        <a:bodyPr/>
        <a:lstStyle/>
        <a:p>
          <a:r>
            <a:rPr lang="fr-FR" dirty="0"/>
            <a:t>-</a:t>
          </a:r>
          <a:r>
            <a:rPr lang="fr-FR" dirty="0" err="1"/>
            <a:t>Environment</a:t>
          </a:r>
          <a:r>
            <a:rPr lang="fr-FR" dirty="0"/>
            <a:t>: A </a:t>
          </a:r>
          <a:r>
            <a:rPr lang="fr-FR" dirty="0" err="1"/>
            <a:t>crop</a:t>
          </a:r>
          <a:r>
            <a:rPr lang="fr-FR" dirty="0"/>
            <a:t> </a:t>
          </a:r>
          <a:r>
            <a:rPr lang="fr-FR" dirty="0" err="1"/>
            <a:t>farm</a:t>
          </a:r>
          <a:r>
            <a:rPr lang="fr-FR" dirty="0"/>
            <a:t> </a:t>
          </a:r>
          <a:r>
            <a:rPr lang="fr-FR" dirty="0" err="1"/>
            <a:t>with</a:t>
          </a:r>
          <a:r>
            <a:rPr lang="fr-FR" dirty="0"/>
            <a:t> </a:t>
          </a:r>
          <a:r>
            <a:rPr lang="fr-FR" dirty="0" err="1"/>
            <a:t>tree</a:t>
          </a:r>
          <a:r>
            <a:rPr lang="fr-FR" dirty="0"/>
            <a:t> and river</a:t>
          </a:r>
          <a:endParaRPr lang="en-US" dirty="0"/>
        </a:p>
      </dgm:t>
    </dgm:pt>
    <dgm:pt modelId="{C7E8BEA5-23CA-44A1-8C71-DC15BC67BD4F}" type="parTrans" cxnId="{07408CA3-9467-47B5-817C-A1C334227FE0}">
      <dgm:prSet/>
      <dgm:spPr/>
      <dgm:t>
        <a:bodyPr/>
        <a:lstStyle/>
        <a:p>
          <a:endParaRPr lang="en-US"/>
        </a:p>
      </dgm:t>
    </dgm:pt>
    <dgm:pt modelId="{61B2D666-199D-4874-9085-DF3C2BEA2380}" type="sibTrans" cxnId="{07408CA3-9467-47B5-817C-A1C334227FE0}">
      <dgm:prSet/>
      <dgm:spPr/>
      <dgm:t>
        <a:bodyPr/>
        <a:lstStyle/>
        <a:p>
          <a:endParaRPr lang="en-US"/>
        </a:p>
      </dgm:t>
    </dgm:pt>
    <dgm:pt modelId="{FC4B2427-7308-4722-B583-16DEDBF055D3}">
      <dgm:prSet/>
      <dgm:spPr/>
      <dgm:t>
        <a:bodyPr/>
        <a:lstStyle/>
        <a:p>
          <a:r>
            <a:rPr lang="fr-FR" dirty="0"/>
            <a:t> Communication: Interaction </a:t>
          </a:r>
          <a:r>
            <a:rPr lang="fr-FR" dirty="0" err="1"/>
            <a:t>between</a:t>
          </a:r>
          <a:r>
            <a:rPr lang="fr-FR" dirty="0"/>
            <a:t> drones and </a:t>
          </a:r>
          <a:r>
            <a:rPr lang="fr-FR" dirty="0" err="1"/>
            <a:t>picker</a:t>
          </a:r>
          <a:r>
            <a:rPr lang="fr-FR" dirty="0"/>
            <a:t> robots</a:t>
          </a:r>
          <a:endParaRPr lang="en-US" dirty="0"/>
        </a:p>
      </dgm:t>
    </dgm:pt>
    <dgm:pt modelId="{E6D456BA-622C-4086-B1EB-376599976CFA}" type="parTrans" cxnId="{6E3E7444-34C1-4013-8129-0860770CC08F}">
      <dgm:prSet/>
      <dgm:spPr/>
      <dgm:t>
        <a:bodyPr/>
        <a:lstStyle/>
        <a:p>
          <a:endParaRPr lang="en-US"/>
        </a:p>
      </dgm:t>
    </dgm:pt>
    <dgm:pt modelId="{3FFC9444-78EC-4450-9087-39C1885CBF76}" type="sibTrans" cxnId="{6E3E7444-34C1-4013-8129-0860770CC08F}">
      <dgm:prSet/>
      <dgm:spPr/>
      <dgm:t>
        <a:bodyPr/>
        <a:lstStyle/>
        <a:p>
          <a:endParaRPr lang="en-US"/>
        </a:p>
      </dgm:t>
    </dgm:pt>
    <dgm:pt modelId="{192029BE-6C2B-4B91-BB29-4FB454F77518}">
      <dgm:prSet/>
      <dgm:spPr/>
      <dgm:t>
        <a:bodyPr/>
        <a:lstStyle/>
        <a:p>
          <a:r>
            <a:rPr lang="fr-FR" dirty="0"/>
            <a:t>Coordination </a:t>
          </a:r>
          <a:r>
            <a:rPr lang="fr-FR" dirty="0" err="1"/>
            <a:t>Mechanism</a:t>
          </a:r>
          <a:r>
            <a:rPr lang="fr-FR" dirty="0"/>
            <a:t>: Central unit for </a:t>
          </a:r>
          <a:r>
            <a:rPr lang="fr-FR" dirty="0" err="1"/>
            <a:t>task</a:t>
          </a:r>
          <a:r>
            <a:rPr lang="fr-FR" dirty="0"/>
            <a:t> allocation and </a:t>
          </a:r>
          <a:r>
            <a:rPr lang="fr-FR" dirty="0" err="1"/>
            <a:t>charging</a:t>
          </a:r>
          <a:endParaRPr lang="en-US" dirty="0"/>
        </a:p>
      </dgm:t>
    </dgm:pt>
    <dgm:pt modelId="{CB8FA2E7-B1A7-4971-A59B-FB7DBCE085B3}" type="parTrans" cxnId="{A6DA65BF-9F3F-48DF-ADBF-BFC3735ECAA8}">
      <dgm:prSet/>
      <dgm:spPr/>
      <dgm:t>
        <a:bodyPr/>
        <a:lstStyle/>
        <a:p>
          <a:endParaRPr lang="en-US"/>
        </a:p>
      </dgm:t>
    </dgm:pt>
    <dgm:pt modelId="{1FC96F32-ACC0-4F2E-8716-7FB88184F0B3}" type="sibTrans" cxnId="{A6DA65BF-9F3F-48DF-ADBF-BFC3735ECAA8}">
      <dgm:prSet/>
      <dgm:spPr/>
      <dgm:t>
        <a:bodyPr/>
        <a:lstStyle/>
        <a:p>
          <a:endParaRPr lang="en-US"/>
        </a:p>
      </dgm:t>
    </dgm:pt>
    <dgm:pt modelId="{63BEC00F-BA40-4081-9887-473987EB1DFC}">
      <dgm:prSet/>
      <dgm:spPr/>
      <dgm:t>
        <a:bodyPr/>
        <a:lstStyle/>
        <a:p>
          <a:r>
            <a:rPr lang="fr-FR" dirty="0"/>
            <a:t>Dynamics (</a:t>
          </a:r>
          <a:r>
            <a:rPr lang="fr-FR" dirty="0" err="1"/>
            <a:t>Behavior</a:t>
          </a:r>
          <a:r>
            <a:rPr lang="fr-FR" dirty="0"/>
            <a:t>):</a:t>
          </a:r>
          <a:endParaRPr lang="en-US" dirty="0"/>
        </a:p>
      </dgm:t>
    </dgm:pt>
    <dgm:pt modelId="{3B68EE91-3256-4093-A84E-8DF72075329F}" type="parTrans" cxnId="{B0B47323-C991-426A-9F97-15C61F807A6A}">
      <dgm:prSet/>
      <dgm:spPr/>
      <dgm:t>
        <a:bodyPr/>
        <a:lstStyle/>
        <a:p>
          <a:endParaRPr lang="en-US"/>
        </a:p>
      </dgm:t>
    </dgm:pt>
    <dgm:pt modelId="{18C97C93-9571-4D71-A7BC-9E5E89371277}" type="sibTrans" cxnId="{B0B47323-C991-426A-9F97-15C61F807A6A}">
      <dgm:prSet/>
      <dgm:spPr/>
      <dgm:t>
        <a:bodyPr/>
        <a:lstStyle/>
        <a:p>
          <a:endParaRPr lang="en-US"/>
        </a:p>
      </dgm:t>
    </dgm:pt>
    <dgm:pt modelId="{E1E9FC30-B52B-407A-9923-76DCD15D2023}">
      <dgm:prSet/>
      <dgm:spPr/>
      <dgm:t>
        <a:bodyPr/>
        <a:lstStyle/>
        <a:p>
          <a:r>
            <a:rPr lang="fr-FR" dirty="0"/>
            <a:t>Drones Explore the </a:t>
          </a:r>
          <a:r>
            <a:rPr lang="fr-FR" dirty="0" err="1"/>
            <a:t>farm</a:t>
          </a:r>
          <a:r>
            <a:rPr lang="fr-FR" dirty="0"/>
            <a:t> </a:t>
          </a:r>
          <a:r>
            <a:rPr lang="fr-FR" dirty="0" err="1"/>
            <a:t>randomly</a:t>
          </a:r>
          <a:r>
            <a:rPr lang="fr-FR" dirty="0"/>
            <a:t> or follow a pattern (Novel model).</a:t>
          </a:r>
          <a:endParaRPr lang="en-US" dirty="0"/>
        </a:p>
      </dgm:t>
    </dgm:pt>
    <dgm:pt modelId="{67925583-41E4-401F-BAFC-2EDD72DA8C72}" type="parTrans" cxnId="{5C776F77-FAA6-421D-8A74-8DB94A74A5BF}">
      <dgm:prSet/>
      <dgm:spPr/>
      <dgm:t>
        <a:bodyPr/>
        <a:lstStyle/>
        <a:p>
          <a:endParaRPr lang="en-US"/>
        </a:p>
      </dgm:t>
    </dgm:pt>
    <dgm:pt modelId="{CE5029F8-3D74-4679-8C02-CD3D50DD02ED}" type="sibTrans" cxnId="{5C776F77-FAA6-421D-8A74-8DB94A74A5BF}">
      <dgm:prSet/>
      <dgm:spPr/>
      <dgm:t>
        <a:bodyPr/>
        <a:lstStyle/>
        <a:p>
          <a:endParaRPr lang="en-US"/>
        </a:p>
      </dgm:t>
    </dgm:pt>
    <dgm:pt modelId="{771C61E2-B732-491A-895A-278994B53878}">
      <dgm:prSet/>
      <dgm:spPr/>
      <dgm:t>
        <a:bodyPr/>
        <a:lstStyle/>
        <a:p>
          <a:r>
            <a:rPr lang="fr-FR" dirty="0" err="1"/>
            <a:t>Inform</a:t>
          </a:r>
          <a:r>
            <a:rPr lang="fr-FR" dirty="0"/>
            <a:t> the </a:t>
          </a:r>
          <a:r>
            <a:rPr lang="fr-FR" dirty="0" err="1"/>
            <a:t>closest</a:t>
          </a:r>
          <a:r>
            <a:rPr lang="fr-FR" dirty="0"/>
            <a:t> </a:t>
          </a:r>
          <a:r>
            <a:rPr lang="fr-FR" dirty="0" err="1"/>
            <a:t>picker</a:t>
          </a:r>
          <a:r>
            <a:rPr lang="fr-FR" dirty="0"/>
            <a:t> robot of </a:t>
          </a:r>
          <a:r>
            <a:rPr lang="fr-FR" dirty="0" err="1"/>
            <a:t>crop</a:t>
          </a:r>
          <a:r>
            <a:rPr lang="fr-FR" dirty="0"/>
            <a:t> locations (Novel model).</a:t>
          </a:r>
          <a:endParaRPr lang="en-US" dirty="0"/>
        </a:p>
      </dgm:t>
    </dgm:pt>
    <dgm:pt modelId="{73FFD0E0-C60D-4382-8E87-538608A28DB6}" type="parTrans" cxnId="{9157937B-7F71-4C7D-9CF5-F3537BC8C806}">
      <dgm:prSet/>
      <dgm:spPr/>
      <dgm:t>
        <a:bodyPr/>
        <a:lstStyle/>
        <a:p>
          <a:endParaRPr lang="en-US"/>
        </a:p>
      </dgm:t>
    </dgm:pt>
    <dgm:pt modelId="{B3975360-B6E3-49E0-863E-F938B3C6A4B5}" type="sibTrans" cxnId="{9157937B-7F71-4C7D-9CF5-F3537BC8C806}">
      <dgm:prSet/>
      <dgm:spPr/>
      <dgm:t>
        <a:bodyPr/>
        <a:lstStyle/>
        <a:p>
          <a:endParaRPr lang="en-US"/>
        </a:p>
      </dgm:t>
    </dgm:pt>
    <dgm:pt modelId="{55A0B6F6-C55E-4691-BE94-21A9F5A29482}">
      <dgm:prSet/>
      <dgm:spPr/>
      <dgm:t>
        <a:bodyPr/>
        <a:lstStyle/>
        <a:p>
          <a:r>
            <a:rPr lang="fr-FR" dirty="0" err="1"/>
            <a:t>Wait</a:t>
          </a:r>
          <a:r>
            <a:rPr lang="fr-FR" dirty="0"/>
            <a:t> for </a:t>
          </a:r>
          <a:r>
            <a:rPr lang="fr-FR" dirty="0" err="1"/>
            <a:t>picker</a:t>
          </a:r>
          <a:r>
            <a:rPr lang="fr-FR" dirty="0"/>
            <a:t> robots to arrive.</a:t>
          </a:r>
          <a:endParaRPr lang="en-US" dirty="0"/>
        </a:p>
      </dgm:t>
    </dgm:pt>
    <dgm:pt modelId="{309AEBC7-66B1-4D8B-886D-5E56756DC2AD}" type="parTrans" cxnId="{43748FD5-62C7-4249-B681-BF765C41B02B}">
      <dgm:prSet/>
      <dgm:spPr/>
      <dgm:t>
        <a:bodyPr/>
        <a:lstStyle/>
        <a:p>
          <a:endParaRPr lang="en-US"/>
        </a:p>
      </dgm:t>
    </dgm:pt>
    <dgm:pt modelId="{A09DB774-0975-4FEF-B060-C1AF51961818}" type="sibTrans" cxnId="{43748FD5-62C7-4249-B681-BF765C41B02B}">
      <dgm:prSet/>
      <dgm:spPr/>
      <dgm:t>
        <a:bodyPr/>
        <a:lstStyle/>
        <a:p>
          <a:endParaRPr lang="en-US"/>
        </a:p>
      </dgm:t>
    </dgm:pt>
    <dgm:pt modelId="{6DE6C236-21F1-4FF6-8FB3-A0A1A47F032E}">
      <dgm:prSet/>
      <dgm:spPr/>
      <dgm:t>
        <a:bodyPr/>
        <a:lstStyle/>
        <a:p>
          <a:r>
            <a:rPr lang="fr-FR" dirty="0"/>
            <a:t> </a:t>
          </a:r>
          <a:r>
            <a:rPr lang="fr-FR" dirty="0" err="1"/>
            <a:t>Amphibious</a:t>
          </a:r>
          <a:r>
            <a:rPr lang="fr-FR" dirty="0"/>
            <a:t> </a:t>
          </a:r>
          <a:r>
            <a:rPr lang="fr-FR" dirty="0" err="1"/>
            <a:t>Picker</a:t>
          </a:r>
          <a:r>
            <a:rPr lang="fr-FR" dirty="0"/>
            <a:t> </a:t>
          </a:r>
          <a:r>
            <a:rPr lang="fr-FR" dirty="0" err="1"/>
            <a:t>Robots:Receive</a:t>
          </a:r>
          <a:r>
            <a:rPr lang="fr-FR" dirty="0"/>
            <a:t> </a:t>
          </a:r>
          <a:r>
            <a:rPr lang="fr-FR" dirty="0" err="1"/>
            <a:t>crop</a:t>
          </a:r>
          <a:r>
            <a:rPr lang="fr-FR" dirty="0"/>
            <a:t> location data </a:t>
          </a:r>
          <a:r>
            <a:rPr lang="fr-FR" dirty="0" err="1"/>
            <a:t>from</a:t>
          </a:r>
          <a:r>
            <a:rPr lang="fr-FR" dirty="0"/>
            <a:t> drones.</a:t>
          </a:r>
          <a:endParaRPr lang="en-US" dirty="0"/>
        </a:p>
      </dgm:t>
    </dgm:pt>
    <dgm:pt modelId="{68009159-EEBF-46EA-8A74-771AA010234B}" type="parTrans" cxnId="{FE5DCEEF-957D-4520-893B-2834C3135E8A}">
      <dgm:prSet/>
      <dgm:spPr/>
      <dgm:t>
        <a:bodyPr/>
        <a:lstStyle/>
        <a:p>
          <a:endParaRPr lang="en-US"/>
        </a:p>
      </dgm:t>
    </dgm:pt>
    <dgm:pt modelId="{3B1092D3-9A43-471C-9EE4-B309C6C44785}" type="sibTrans" cxnId="{FE5DCEEF-957D-4520-893B-2834C3135E8A}">
      <dgm:prSet/>
      <dgm:spPr/>
      <dgm:t>
        <a:bodyPr/>
        <a:lstStyle/>
        <a:p>
          <a:endParaRPr lang="en-US"/>
        </a:p>
      </dgm:t>
    </dgm:pt>
    <dgm:pt modelId="{F8D92A7D-A893-41C9-A53D-BC0062EDE9D6}">
      <dgm:prSet/>
      <dgm:spPr/>
      <dgm:t>
        <a:bodyPr/>
        <a:lstStyle/>
        <a:p>
          <a:r>
            <a:rPr lang="fr-FR"/>
            <a:t>- Move to and harvest designated crops until storage is full.</a:t>
          </a:r>
          <a:endParaRPr lang="en-US"/>
        </a:p>
      </dgm:t>
    </dgm:pt>
    <dgm:pt modelId="{E2C2C6AF-99A4-4DDD-8E8E-85F9C549415E}" type="parTrans" cxnId="{E9DD6BEE-43AF-4E33-9EED-7F0CA33F54D4}">
      <dgm:prSet/>
      <dgm:spPr/>
      <dgm:t>
        <a:bodyPr/>
        <a:lstStyle/>
        <a:p>
          <a:endParaRPr lang="en-US"/>
        </a:p>
      </dgm:t>
    </dgm:pt>
    <dgm:pt modelId="{413B616F-F4AA-4E4C-857C-AD9963EE1D33}" type="sibTrans" cxnId="{E9DD6BEE-43AF-4E33-9EED-7F0CA33F54D4}">
      <dgm:prSet/>
      <dgm:spPr/>
      <dgm:t>
        <a:bodyPr/>
        <a:lstStyle/>
        <a:p>
          <a:endParaRPr lang="en-US"/>
        </a:p>
      </dgm:t>
    </dgm:pt>
    <dgm:pt modelId="{B30AA74D-269B-4217-A5CA-21B7FDC9073D}">
      <dgm:prSet/>
      <dgm:spPr/>
      <dgm:t>
        <a:bodyPr/>
        <a:lstStyle/>
        <a:p>
          <a:r>
            <a:rPr lang="fr-FR" dirty="0"/>
            <a:t>Return to base to </a:t>
          </a:r>
          <a:r>
            <a:rPr lang="fr-FR" dirty="0" err="1"/>
            <a:t>unload</a:t>
          </a:r>
          <a:r>
            <a:rPr lang="fr-FR" dirty="0"/>
            <a:t> and recharge.</a:t>
          </a:r>
          <a:endParaRPr lang="en-US" dirty="0"/>
        </a:p>
      </dgm:t>
    </dgm:pt>
    <dgm:pt modelId="{D2F820DA-3D45-45A0-A087-8CA859DB82B0}" type="parTrans" cxnId="{7ADD4616-1D11-437E-99C4-F3E7EE1B2213}">
      <dgm:prSet/>
      <dgm:spPr/>
      <dgm:t>
        <a:bodyPr/>
        <a:lstStyle/>
        <a:p>
          <a:endParaRPr lang="en-US"/>
        </a:p>
      </dgm:t>
    </dgm:pt>
    <dgm:pt modelId="{8756AA74-C83E-41A3-948C-AFA7A7CFD160}" type="sibTrans" cxnId="{7ADD4616-1D11-437E-99C4-F3E7EE1B2213}">
      <dgm:prSet/>
      <dgm:spPr/>
      <dgm:t>
        <a:bodyPr/>
        <a:lstStyle/>
        <a:p>
          <a:endParaRPr lang="en-US"/>
        </a:p>
      </dgm:t>
    </dgm:pt>
    <dgm:pt modelId="{D5593089-D179-4865-94A5-AE0A0CE85833}">
      <dgm:prSet/>
      <dgm:spPr/>
      <dgm:t>
        <a:bodyPr/>
        <a:lstStyle/>
        <a:p>
          <a:r>
            <a:rPr lang="fr-FR" dirty="0"/>
            <a:t>Central Coordination Unit:</a:t>
          </a:r>
          <a:endParaRPr lang="en-US" dirty="0"/>
        </a:p>
      </dgm:t>
    </dgm:pt>
    <dgm:pt modelId="{B025683A-441E-4A8C-AE4C-6E739C87BAE4}" type="parTrans" cxnId="{409710CD-9BCB-416E-AB70-D2D532FD3BBE}">
      <dgm:prSet/>
      <dgm:spPr/>
      <dgm:t>
        <a:bodyPr/>
        <a:lstStyle/>
        <a:p>
          <a:endParaRPr lang="en-US"/>
        </a:p>
      </dgm:t>
    </dgm:pt>
    <dgm:pt modelId="{30A480B3-2FE7-4F4D-88C0-518D691278C5}" type="sibTrans" cxnId="{409710CD-9BCB-416E-AB70-D2D532FD3BBE}">
      <dgm:prSet/>
      <dgm:spPr/>
      <dgm:t>
        <a:bodyPr/>
        <a:lstStyle/>
        <a:p>
          <a:endParaRPr lang="en-US"/>
        </a:p>
      </dgm:t>
    </dgm:pt>
    <dgm:pt modelId="{B729D5AE-CFD0-4EE9-BDDE-DD4ECE56A577}">
      <dgm:prSet/>
      <dgm:spPr/>
      <dgm:t>
        <a:bodyPr/>
        <a:lstStyle/>
        <a:p>
          <a:r>
            <a:rPr lang="fr-FR" dirty="0" err="1"/>
            <a:t>Receives</a:t>
          </a:r>
          <a:r>
            <a:rPr lang="fr-FR" dirty="0"/>
            <a:t> </a:t>
          </a:r>
          <a:r>
            <a:rPr lang="fr-FR" dirty="0" err="1"/>
            <a:t>crop</a:t>
          </a:r>
          <a:r>
            <a:rPr lang="fr-FR" dirty="0"/>
            <a:t> data </a:t>
          </a:r>
          <a:r>
            <a:rPr lang="fr-FR" dirty="0" err="1"/>
            <a:t>from</a:t>
          </a:r>
          <a:r>
            <a:rPr lang="fr-FR" dirty="0"/>
            <a:t> drones.</a:t>
          </a:r>
          <a:endParaRPr lang="en-US" dirty="0"/>
        </a:p>
      </dgm:t>
    </dgm:pt>
    <dgm:pt modelId="{F5DF7CBE-049A-4E2F-B87B-402D43C65EA2}" type="parTrans" cxnId="{45FD73F8-6609-4D25-8035-138C2295A953}">
      <dgm:prSet/>
      <dgm:spPr/>
      <dgm:t>
        <a:bodyPr/>
        <a:lstStyle/>
        <a:p>
          <a:endParaRPr lang="en-US"/>
        </a:p>
      </dgm:t>
    </dgm:pt>
    <dgm:pt modelId="{15FD6CAE-55BA-417D-AC9E-6371572BC351}" type="sibTrans" cxnId="{45FD73F8-6609-4D25-8035-138C2295A953}">
      <dgm:prSet/>
      <dgm:spPr/>
      <dgm:t>
        <a:bodyPr/>
        <a:lstStyle/>
        <a:p>
          <a:endParaRPr lang="en-US"/>
        </a:p>
      </dgm:t>
    </dgm:pt>
    <dgm:pt modelId="{FF422722-1884-4E24-9FC9-59BDA2E05CFE}">
      <dgm:prSet/>
      <dgm:spPr/>
      <dgm:t>
        <a:bodyPr/>
        <a:lstStyle/>
        <a:p>
          <a:r>
            <a:rPr lang="fr-FR" dirty="0" err="1"/>
            <a:t>Allocates</a:t>
          </a:r>
          <a:r>
            <a:rPr lang="fr-FR" dirty="0"/>
            <a:t> </a:t>
          </a:r>
          <a:r>
            <a:rPr lang="fr-FR" dirty="0" err="1"/>
            <a:t>tasks</a:t>
          </a:r>
          <a:r>
            <a:rPr lang="fr-FR" dirty="0"/>
            <a:t> </a:t>
          </a:r>
          <a:r>
            <a:rPr lang="fr-FR" dirty="0" err="1"/>
            <a:t>based</a:t>
          </a:r>
          <a:r>
            <a:rPr lang="fr-FR" dirty="0"/>
            <a:t> on robot </a:t>
          </a:r>
          <a:r>
            <a:rPr lang="fr-FR" dirty="0" err="1"/>
            <a:t>proximity</a:t>
          </a:r>
          <a:r>
            <a:rPr lang="fr-FR" dirty="0"/>
            <a:t> and </a:t>
          </a:r>
          <a:r>
            <a:rPr lang="fr-FR" dirty="0" err="1"/>
            <a:t>availability</a:t>
          </a:r>
          <a:r>
            <a:rPr lang="fr-FR" dirty="0"/>
            <a:t> (Novel model).</a:t>
          </a:r>
          <a:endParaRPr lang="en-US" dirty="0"/>
        </a:p>
      </dgm:t>
    </dgm:pt>
    <dgm:pt modelId="{DFE0DD68-AA8C-4CD5-BB5F-088F9F8DA072}" type="parTrans" cxnId="{F3BBCA3F-F030-480F-9D4A-F0B71D1F53FC}">
      <dgm:prSet/>
      <dgm:spPr/>
      <dgm:t>
        <a:bodyPr/>
        <a:lstStyle/>
        <a:p>
          <a:endParaRPr lang="en-US"/>
        </a:p>
      </dgm:t>
    </dgm:pt>
    <dgm:pt modelId="{8D0EDE9A-0ADD-46A0-BE06-2420777DA5E1}" type="sibTrans" cxnId="{F3BBCA3F-F030-480F-9D4A-F0B71D1F53FC}">
      <dgm:prSet/>
      <dgm:spPr/>
      <dgm:t>
        <a:bodyPr/>
        <a:lstStyle/>
        <a:p>
          <a:endParaRPr lang="en-US"/>
        </a:p>
      </dgm:t>
    </dgm:pt>
    <dgm:pt modelId="{3CEB11F3-8A68-4C2E-BBCE-9BC90B25B143}">
      <dgm:prSet/>
      <dgm:spPr/>
      <dgm:t>
        <a:bodyPr/>
        <a:lstStyle/>
        <a:p>
          <a:r>
            <a:rPr lang="fr-FR" dirty="0"/>
            <a:t> Monitors </a:t>
          </a:r>
          <a:r>
            <a:rPr lang="fr-FR" dirty="0" err="1"/>
            <a:t>energy</a:t>
          </a:r>
          <a:r>
            <a:rPr lang="fr-FR" dirty="0"/>
            <a:t> </a:t>
          </a:r>
          <a:r>
            <a:rPr lang="fr-FR" dirty="0" err="1"/>
            <a:t>levels</a:t>
          </a:r>
          <a:r>
            <a:rPr lang="fr-FR" dirty="0"/>
            <a:t> and manages </a:t>
          </a:r>
          <a:r>
            <a:rPr lang="fr-FR" dirty="0" err="1"/>
            <a:t>recharging</a:t>
          </a:r>
          <a:r>
            <a:rPr lang="fr-FR" dirty="0"/>
            <a:t> </a:t>
          </a:r>
          <a:r>
            <a:rPr lang="fr-FR" dirty="0" err="1"/>
            <a:t>schedules</a:t>
          </a:r>
          <a:r>
            <a:rPr lang="fr-FR" dirty="0"/>
            <a:t>.</a:t>
          </a:r>
          <a:endParaRPr lang="en-US" dirty="0"/>
        </a:p>
      </dgm:t>
    </dgm:pt>
    <dgm:pt modelId="{F9D46A69-5175-4A2C-8382-A395517FCDFE}" type="parTrans" cxnId="{DFB70C09-F513-4B03-A1C6-05E011AC2297}">
      <dgm:prSet/>
      <dgm:spPr/>
      <dgm:t>
        <a:bodyPr/>
        <a:lstStyle/>
        <a:p>
          <a:endParaRPr lang="en-US"/>
        </a:p>
      </dgm:t>
    </dgm:pt>
    <dgm:pt modelId="{0036578F-8311-48C6-9374-A578B3872753}" type="sibTrans" cxnId="{DFB70C09-F513-4B03-A1C6-05E011AC2297}">
      <dgm:prSet/>
      <dgm:spPr/>
      <dgm:t>
        <a:bodyPr/>
        <a:lstStyle/>
        <a:p>
          <a:endParaRPr lang="en-US"/>
        </a:p>
      </dgm:t>
    </dgm:pt>
    <dgm:pt modelId="{2B286011-3953-9245-A748-624520CA1306}" type="pres">
      <dgm:prSet presAssocID="{B725A30D-028C-49D4-A90A-49FAB2FB688A}" presName="diagram" presStyleCnt="0">
        <dgm:presLayoutVars>
          <dgm:dir/>
          <dgm:resizeHandles val="exact"/>
        </dgm:presLayoutVars>
      </dgm:prSet>
      <dgm:spPr/>
    </dgm:pt>
    <dgm:pt modelId="{3F10A00F-C9CC-2E46-B176-FD4822811614}" type="pres">
      <dgm:prSet presAssocID="{EEAA51C8-E07D-45DF-8301-27D2831370C6}" presName="node" presStyleLbl="node1" presStyleIdx="0" presStyleCnt="16">
        <dgm:presLayoutVars>
          <dgm:bulletEnabled val="1"/>
        </dgm:presLayoutVars>
      </dgm:prSet>
      <dgm:spPr/>
    </dgm:pt>
    <dgm:pt modelId="{5438DBBF-5AB1-CE45-BDAF-7D3348396C3C}" type="pres">
      <dgm:prSet presAssocID="{B3EA77BE-1601-48E0-A603-06F4353BFF4F}" presName="sibTrans" presStyleCnt="0"/>
      <dgm:spPr/>
    </dgm:pt>
    <dgm:pt modelId="{E820EA39-DF82-D540-90E8-4CFF2EE41661}" type="pres">
      <dgm:prSet presAssocID="{5C3BE782-1787-49E4-992B-7188A9BAB1F8}" presName="node" presStyleLbl="node1" presStyleIdx="1" presStyleCnt="16">
        <dgm:presLayoutVars>
          <dgm:bulletEnabled val="1"/>
        </dgm:presLayoutVars>
      </dgm:prSet>
      <dgm:spPr/>
    </dgm:pt>
    <dgm:pt modelId="{6A05BAA3-D15A-E645-89A2-C57613A551B2}" type="pres">
      <dgm:prSet presAssocID="{D132146F-6550-462A-A3C6-77A14224284A}" presName="sibTrans" presStyleCnt="0"/>
      <dgm:spPr/>
    </dgm:pt>
    <dgm:pt modelId="{A8F4C2E1-DDFB-7F45-8FDF-EC64161D434B}" type="pres">
      <dgm:prSet presAssocID="{1DFEDF43-7D3C-43E0-8A77-2565F63A6EB5}" presName="node" presStyleLbl="node1" presStyleIdx="2" presStyleCnt="16">
        <dgm:presLayoutVars>
          <dgm:bulletEnabled val="1"/>
        </dgm:presLayoutVars>
      </dgm:prSet>
      <dgm:spPr/>
    </dgm:pt>
    <dgm:pt modelId="{59F08406-988F-A642-B21F-08CE8DF4A5BA}" type="pres">
      <dgm:prSet presAssocID="{61B2D666-199D-4874-9085-DF3C2BEA2380}" presName="sibTrans" presStyleCnt="0"/>
      <dgm:spPr/>
    </dgm:pt>
    <dgm:pt modelId="{854CA6BE-5F0F-BF40-A46D-D23FC5BB7B85}" type="pres">
      <dgm:prSet presAssocID="{FC4B2427-7308-4722-B583-16DEDBF055D3}" presName="node" presStyleLbl="node1" presStyleIdx="3" presStyleCnt="16">
        <dgm:presLayoutVars>
          <dgm:bulletEnabled val="1"/>
        </dgm:presLayoutVars>
      </dgm:prSet>
      <dgm:spPr/>
    </dgm:pt>
    <dgm:pt modelId="{8ECBCDDB-EC80-FC4E-911C-954150E6816F}" type="pres">
      <dgm:prSet presAssocID="{3FFC9444-78EC-4450-9087-39C1885CBF76}" presName="sibTrans" presStyleCnt="0"/>
      <dgm:spPr/>
    </dgm:pt>
    <dgm:pt modelId="{8272662C-9401-8048-8A41-9190DFCCE882}" type="pres">
      <dgm:prSet presAssocID="{192029BE-6C2B-4B91-BB29-4FB454F77518}" presName="node" presStyleLbl="node1" presStyleIdx="4" presStyleCnt="16">
        <dgm:presLayoutVars>
          <dgm:bulletEnabled val="1"/>
        </dgm:presLayoutVars>
      </dgm:prSet>
      <dgm:spPr/>
    </dgm:pt>
    <dgm:pt modelId="{FD9EBABB-1AEC-5744-AA88-9EED53A45615}" type="pres">
      <dgm:prSet presAssocID="{1FC96F32-ACC0-4F2E-8716-7FB88184F0B3}" presName="sibTrans" presStyleCnt="0"/>
      <dgm:spPr/>
    </dgm:pt>
    <dgm:pt modelId="{35B36706-5916-1140-BD07-C628D3E24EDE}" type="pres">
      <dgm:prSet presAssocID="{63BEC00F-BA40-4081-9887-473987EB1DFC}" presName="node" presStyleLbl="node1" presStyleIdx="5" presStyleCnt="16">
        <dgm:presLayoutVars>
          <dgm:bulletEnabled val="1"/>
        </dgm:presLayoutVars>
      </dgm:prSet>
      <dgm:spPr/>
    </dgm:pt>
    <dgm:pt modelId="{046D4423-BD2E-514D-B22E-22DB4618E886}" type="pres">
      <dgm:prSet presAssocID="{18C97C93-9571-4D71-A7BC-9E5E89371277}" presName="sibTrans" presStyleCnt="0"/>
      <dgm:spPr/>
    </dgm:pt>
    <dgm:pt modelId="{DCCB0514-920D-6446-B9D7-64B4DCAB04D2}" type="pres">
      <dgm:prSet presAssocID="{E1E9FC30-B52B-407A-9923-76DCD15D2023}" presName="node" presStyleLbl="node1" presStyleIdx="6" presStyleCnt="16">
        <dgm:presLayoutVars>
          <dgm:bulletEnabled val="1"/>
        </dgm:presLayoutVars>
      </dgm:prSet>
      <dgm:spPr/>
    </dgm:pt>
    <dgm:pt modelId="{82809F55-3810-854E-81B9-1CFEE7F22960}" type="pres">
      <dgm:prSet presAssocID="{CE5029F8-3D74-4679-8C02-CD3D50DD02ED}" presName="sibTrans" presStyleCnt="0"/>
      <dgm:spPr/>
    </dgm:pt>
    <dgm:pt modelId="{3CCD08EC-8340-0E46-A09F-BA8E498022BD}" type="pres">
      <dgm:prSet presAssocID="{771C61E2-B732-491A-895A-278994B53878}" presName="node" presStyleLbl="node1" presStyleIdx="7" presStyleCnt="16">
        <dgm:presLayoutVars>
          <dgm:bulletEnabled val="1"/>
        </dgm:presLayoutVars>
      </dgm:prSet>
      <dgm:spPr/>
    </dgm:pt>
    <dgm:pt modelId="{3EDA9639-C0F6-E14A-AAE8-DD7F863764AC}" type="pres">
      <dgm:prSet presAssocID="{B3975360-B6E3-49E0-863E-F938B3C6A4B5}" presName="sibTrans" presStyleCnt="0"/>
      <dgm:spPr/>
    </dgm:pt>
    <dgm:pt modelId="{E55BE6F9-3068-9748-B156-6BE858A663D3}" type="pres">
      <dgm:prSet presAssocID="{55A0B6F6-C55E-4691-BE94-21A9F5A29482}" presName="node" presStyleLbl="node1" presStyleIdx="8" presStyleCnt="16">
        <dgm:presLayoutVars>
          <dgm:bulletEnabled val="1"/>
        </dgm:presLayoutVars>
      </dgm:prSet>
      <dgm:spPr/>
    </dgm:pt>
    <dgm:pt modelId="{8A9DF3FB-4431-B44A-BB16-75A202E26770}" type="pres">
      <dgm:prSet presAssocID="{A09DB774-0975-4FEF-B060-C1AF51961818}" presName="sibTrans" presStyleCnt="0"/>
      <dgm:spPr/>
    </dgm:pt>
    <dgm:pt modelId="{ABE4D78D-B6D4-8D40-BD42-1F2524E205B1}" type="pres">
      <dgm:prSet presAssocID="{6DE6C236-21F1-4FF6-8FB3-A0A1A47F032E}" presName="node" presStyleLbl="node1" presStyleIdx="9" presStyleCnt="16">
        <dgm:presLayoutVars>
          <dgm:bulletEnabled val="1"/>
        </dgm:presLayoutVars>
      </dgm:prSet>
      <dgm:spPr/>
    </dgm:pt>
    <dgm:pt modelId="{8B2F19A3-215E-DF48-98BB-E7476615C169}" type="pres">
      <dgm:prSet presAssocID="{3B1092D3-9A43-471C-9EE4-B309C6C44785}" presName="sibTrans" presStyleCnt="0"/>
      <dgm:spPr/>
    </dgm:pt>
    <dgm:pt modelId="{8253449E-36C8-CA4D-8CF7-C12D3B720D1B}" type="pres">
      <dgm:prSet presAssocID="{F8D92A7D-A893-41C9-A53D-BC0062EDE9D6}" presName="node" presStyleLbl="node1" presStyleIdx="10" presStyleCnt="16">
        <dgm:presLayoutVars>
          <dgm:bulletEnabled val="1"/>
        </dgm:presLayoutVars>
      </dgm:prSet>
      <dgm:spPr/>
    </dgm:pt>
    <dgm:pt modelId="{00B646CA-D7A1-9C42-AF5A-ADE05C6848C6}" type="pres">
      <dgm:prSet presAssocID="{413B616F-F4AA-4E4C-857C-AD9963EE1D33}" presName="sibTrans" presStyleCnt="0"/>
      <dgm:spPr/>
    </dgm:pt>
    <dgm:pt modelId="{B6C40AF5-C7CF-BA46-A5CF-1610FDC8D421}" type="pres">
      <dgm:prSet presAssocID="{B30AA74D-269B-4217-A5CA-21B7FDC9073D}" presName="node" presStyleLbl="node1" presStyleIdx="11" presStyleCnt="16">
        <dgm:presLayoutVars>
          <dgm:bulletEnabled val="1"/>
        </dgm:presLayoutVars>
      </dgm:prSet>
      <dgm:spPr/>
    </dgm:pt>
    <dgm:pt modelId="{7E8B00C0-E22A-E943-BE90-B9CA28433E77}" type="pres">
      <dgm:prSet presAssocID="{8756AA74-C83E-41A3-948C-AFA7A7CFD160}" presName="sibTrans" presStyleCnt="0"/>
      <dgm:spPr/>
    </dgm:pt>
    <dgm:pt modelId="{892A8F2F-40A6-154E-A3B6-D2F408F49ADF}" type="pres">
      <dgm:prSet presAssocID="{D5593089-D179-4865-94A5-AE0A0CE85833}" presName="node" presStyleLbl="node1" presStyleIdx="12" presStyleCnt="16">
        <dgm:presLayoutVars>
          <dgm:bulletEnabled val="1"/>
        </dgm:presLayoutVars>
      </dgm:prSet>
      <dgm:spPr/>
    </dgm:pt>
    <dgm:pt modelId="{E200A40A-B2B5-404E-80AA-44387946A60B}" type="pres">
      <dgm:prSet presAssocID="{30A480B3-2FE7-4F4D-88C0-518D691278C5}" presName="sibTrans" presStyleCnt="0"/>
      <dgm:spPr/>
    </dgm:pt>
    <dgm:pt modelId="{6DF7869D-FAEF-2340-B863-337C3C4FFF92}" type="pres">
      <dgm:prSet presAssocID="{B729D5AE-CFD0-4EE9-BDDE-DD4ECE56A577}" presName="node" presStyleLbl="node1" presStyleIdx="13" presStyleCnt="16">
        <dgm:presLayoutVars>
          <dgm:bulletEnabled val="1"/>
        </dgm:presLayoutVars>
      </dgm:prSet>
      <dgm:spPr/>
    </dgm:pt>
    <dgm:pt modelId="{7BCFF850-1BD9-FE4F-81D1-E3B8887923E8}" type="pres">
      <dgm:prSet presAssocID="{15FD6CAE-55BA-417D-AC9E-6371572BC351}" presName="sibTrans" presStyleCnt="0"/>
      <dgm:spPr/>
    </dgm:pt>
    <dgm:pt modelId="{7A4D8D58-DF10-444C-9043-6719E8D8287A}" type="pres">
      <dgm:prSet presAssocID="{FF422722-1884-4E24-9FC9-59BDA2E05CFE}" presName="node" presStyleLbl="node1" presStyleIdx="14" presStyleCnt="16">
        <dgm:presLayoutVars>
          <dgm:bulletEnabled val="1"/>
        </dgm:presLayoutVars>
      </dgm:prSet>
      <dgm:spPr/>
    </dgm:pt>
    <dgm:pt modelId="{200E91F7-9B2C-4648-8C66-F8566D15ECFF}" type="pres">
      <dgm:prSet presAssocID="{8D0EDE9A-0ADD-46A0-BE06-2420777DA5E1}" presName="sibTrans" presStyleCnt="0"/>
      <dgm:spPr/>
    </dgm:pt>
    <dgm:pt modelId="{2BCB74E5-3DCE-F641-9E13-8137BB5558B0}" type="pres">
      <dgm:prSet presAssocID="{3CEB11F3-8A68-4C2E-BBCE-9BC90B25B143}" presName="node" presStyleLbl="node1" presStyleIdx="15" presStyleCnt="16">
        <dgm:presLayoutVars>
          <dgm:bulletEnabled val="1"/>
        </dgm:presLayoutVars>
      </dgm:prSet>
      <dgm:spPr/>
    </dgm:pt>
  </dgm:ptLst>
  <dgm:cxnLst>
    <dgm:cxn modelId="{DFB70C09-F513-4B03-A1C6-05E011AC2297}" srcId="{B725A30D-028C-49D4-A90A-49FAB2FB688A}" destId="{3CEB11F3-8A68-4C2E-BBCE-9BC90B25B143}" srcOrd="15" destOrd="0" parTransId="{F9D46A69-5175-4A2C-8382-A395517FCDFE}" sibTransId="{0036578F-8311-48C6-9374-A578B3872753}"/>
    <dgm:cxn modelId="{7ADD4616-1D11-437E-99C4-F3E7EE1B2213}" srcId="{B725A30D-028C-49D4-A90A-49FAB2FB688A}" destId="{B30AA74D-269B-4217-A5CA-21B7FDC9073D}" srcOrd="11" destOrd="0" parTransId="{D2F820DA-3D45-45A0-A087-8CA859DB82B0}" sibTransId="{8756AA74-C83E-41A3-948C-AFA7A7CFD160}"/>
    <dgm:cxn modelId="{74BA3A17-4004-FD44-95CB-4981A86FB8DD}" type="presOf" srcId="{D5593089-D179-4865-94A5-AE0A0CE85833}" destId="{892A8F2F-40A6-154E-A3B6-D2F408F49ADF}" srcOrd="0" destOrd="0" presId="urn:microsoft.com/office/officeart/2005/8/layout/default"/>
    <dgm:cxn modelId="{15AAD31C-478B-2441-AFD1-34DDD93D4B86}" type="presOf" srcId="{3CEB11F3-8A68-4C2E-BBCE-9BC90B25B143}" destId="{2BCB74E5-3DCE-F641-9E13-8137BB5558B0}" srcOrd="0" destOrd="0" presId="urn:microsoft.com/office/officeart/2005/8/layout/default"/>
    <dgm:cxn modelId="{B0B47323-C991-426A-9F97-15C61F807A6A}" srcId="{B725A30D-028C-49D4-A90A-49FAB2FB688A}" destId="{63BEC00F-BA40-4081-9887-473987EB1DFC}" srcOrd="5" destOrd="0" parTransId="{3B68EE91-3256-4093-A84E-8DF72075329F}" sibTransId="{18C97C93-9571-4D71-A7BC-9E5E89371277}"/>
    <dgm:cxn modelId="{4B047928-AF65-3546-BCCC-A8C64694D5A3}" type="presOf" srcId="{5C3BE782-1787-49E4-992B-7188A9BAB1F8}" destId="{E820EA39-DF82-D540-90E8-4CFF2EE41661}" srcOrd="0" destOrd="0" presId="urn:microsoft.com/office/officeart/2005/8/layout/default"/>
    <dgm:cxn modelId="{8E68912C-2D51-DD44-A7EF-8DB80FDB1B07}" type="presOf" srcId="{192029BE-6C2B-4B91-BB29-4FB454F77518}" destId="{8272662C-9401-8048-8A41-9190DFCCE882}" srcOrd="0" destOrd="0" presId="urn:microsoft.com/office/officeart/2005/8/layout/default"/>
    <dgm:cxn modelId="{32C9D42D-9188-854E-BE68-FF91071FC40D}" type="presOf" srcId="{EEAA51C8-E07D-45DF-8301-27D2831370C6}" destId="{3F10A00F-C9CC-2E46-B176-FD4822811614}" srcOrd="0" destOrd="0" presId="urn:microsoft.com/office/officeart/2005/8/layout/default"/>
    <dgm:cxn modelId="{F3BBCA3F-F030-480F-9D4A-F0B71D1F53FC}" srcId="{B725A30D-028C-49D4-A90A-49FAB2FB688A}" destId="{FF422722-1884-4E24-9FC9-59BDA2E05CFE}" srcOrd="14" destOrd="0" parTransId="{DFE0DD68-AA8C-4CD5-BB5F-088F9F8DA072}" sibTransId="{8D0EDE9A-0ADD-46A0-BE06-2420777DA5E1}"/>
    <dgm:cxn modelId="{D32C5040-890E-3846-9999-8742259B72BA}" type="presOf" srcId="{771C61E2-B732-491A-895A-278994B53878}" destId="{3CCD08EC-8340-0E46-A09F-BA8E498022BD}" srcOrd="0" destOrd="0" presId="urn:microsoft.com/office/officeart/2005/8/layout/default"/>
    <dgm:cxn modelId="{6E3E7444-34C1-4013-8129-0860770CC08F}" srcId="{B725A30D-028C-49D4-A90A-49FAB2FB688A}" destId="{FC4B2427-7308-4722-B583-16DEDBF055D3}" srcOrd="3" destOrd="0" parTransId="{E6D456BA-622C-4086-B1EB-376599976CFA}" sibTransId="{3FFC9444-78EC-4450-9087-39C1885CBF76}"/>
    <dgm:cxn modelId="{37644555-9571-CF46-832C-17FD27467618}" type="presOf" srcId="{FC4B2427-7308-4722-B583-16DEDBF055D3}" destId="{854CA6BE-5F0F-BF40-A46D-D23FC5BB7B85}" srcOrd="0" destOrd="0" presId="urn:microsoft.com/office/officeart/2005/8/layout/default"/>
    <dgm:cxn modelId="{216D0E6B-60E1-B148-8111-4026133A7A27}" type="presOf" srcId="{B30AA74D-269B-4217-A5CA-21B7FDC9073D}" destId="{B6C40AF5-C7CF-BA46-A5CF-1610FDC8D421}" srcOrd="0" destOrd="0" presId="urn:microsoft.com/office/officeart/2005/8/layout/default"/>
    <dgm:cxn modelId="{5C776F77-FAA6-421D-8A74-8DB94A74A5BF}" srcId="{B725A30D-028C-49D4-A90A-49FAB2FB688A}" destId="{E1E9FC30-B52B-407A-9923-76DCD15D2023}" srcOrd="6" destOrd="0" parTransId="{67925583-41E4-401F-BAFC-2EDD72DA8C72}" sibTransId="{CE5029F8-3D74-4679-8C02-CD3D50DD02ED}"/>
    <dgm:cxn modelId="{9157937B-7F71-4C7D-9CF5-F3537BC8C806}" srcId="{B725A30D-028C-49D4-A90A-49FAB2FB688A}" destId="{771C61E2-B732-491A-895A-278994B53878}" srcOrd="7" destOrd="0" parTransId="{73FFD0E0-C60D-4382-8E87-538608A28DB6}" sibTransId="{B3975360-B6E3-49E0-863E-F938B3C6A4B5}"/>
    <dgm:cxn modelId="{C6B06E80-CC86-4CE6-9608-16D15FCF4196}" srcId="{B725A30D-028C-49D4-A90A-49FAB2FB688A}" destId="{EEAA51C8-E07D-45DF-8301-27D2831370C6}" srcOrd="0" destOrd="0" parTransId="{E90055D1-8E65-4B6F-A8C1-0BA328A01878}" sibTransId="{B3EA77BE-1601-48E0-A603-06F4353BFF4F}"/>
    <dgm:cxn modelId="{FAAE3A9B-C7A3-944F-9969-04F3B72A89EC}" type="presOf" srcId="{63BEC00F-BA40-4081-9887-473987EB1DFC}" destId="{35B36706-5916-1140-BD07-C628D3E24EDE}" srcOrd="0" destOrd="0" presId="urn:microsoft.com/office/officeart/2005/8/layout/default"/>
    <dgm:cxn modelId="{07408CA3-9467-47B5-817C-A1C334227FE0}" srcId="{B725A30D-028C-49D4-A90A-49FAB2FB688A}" destId="{1DFEDF43-7D3C-43E0-8A77-2565F63A6EB5}" srcOrd="2" destOrd="0" parTransId="{C7E8BEA5-23CA-44A1-8C71-DC15BC67BD4F}" sibTransId="{61B2D666-199D-4874-9085-DF3C2BEA2380}"/>
    <dgm:cxn modelId="{A6DA65BF-9F3F-48DF-ADBF-BFC3735ECAA8}" srcId="{B725A30D-028C-49D4-A90A-49FAB2FB688A}" destId="{192029BE-6C2B-4B91-BB29-4FB454F77518}" srcOrd="4" destOrd="0" parTransId="{CB8FA2E7-B1A7-4971-A59B-FB7DBCE085B3}" sibTransId="{1FC96F32-ACC0-4F2E-8716-7FB88184F0B3}"/>
    <dgm:cxn modelId="{409710CD-9BCB-416E-AB70-D2D532FD3BBE}" srcId="{B725A30D-028C-49D4-A90A-49FAB2FB688A}" destId="{D5593089-D179-4865-94A5-AE0A0CE85833}" srcOrd="12" destOrd="0" parTransId="{B025683A-441E-4A8C-AE4C-6E739C87BAE4}" sibTransId="{30A480B3-2FE7-4F4D-88C0-518D691278C5}"/>
    <dgm:cxn modelId="{B295B3D1-688D-9142-82C5-52E7D0C59795}" type="presOf" srcId="{E1E9FC30-B52B-407A-9923-76DCD15D2023}" destId="{DCCB0514-920D-6446-B9D7-64B4DCAB04D2}" srcOrd="0" destOrd="0" presId="urn:microsoft.com/office/officeart/2005/8/layout/default"/>
    <dgm:cxn modelId="{602D0BD5-A8B4-3D4A-930B-C1A27281DDB1}" type="presOf" srcId="{6DE6C236-21F1-4FF6-8FB3-A0A1A47F032E}" destId="{ABE4D78D-B6D4-8D40-BD42-1F2524E205B1}" srcOrd="0" destOrd="0" presId="urn:microsoft.com/office/officeart/2005/8/layout/default"/>
    <dgm:cxn modelId="{43748FD5-62C7-4249-B681-BF765C41B02B}" srcId="{B725A30D-028C-49D4-A90A-49FAB2FB688A}" destId="{55A0B6F6-C55E-4691-BE94-21A9F5A29482}" srcOrd="8" destOrd="0" parTransId="{309AEBC7-66B1-4D8B-886D-5E56756DC2AD}" sibTransId="{A09DB774-0975-4FEF-B060-C1AF51961818}"/>
    <dgm:cxn modelId="{3AF01FD7-B18C-BE44-9A10-C2E0157E7C6A}" type="presOf" srcId="{B725A30D-028C-49D4-A90A-49FAB2FB688A}" destId="{2B286011-3953-9245-A748-624520CA1306}" srcOrd="0" destOrd="0" presId="urn:microsoft.com/office/officeart/2005/8/layout/default"/>
    <dgm:cxn modelId="{E4B507DC-BF5B-094F-9814-8079C5FE5BE4}" type="presOf" srcId="{1DFEDF43-7D3C-43E0-8A77-2565F63A6EB5}" destId="{A8F4C2E1-DDFB-7F45-8FDF-EC64161D434B}" srcOrd="0" destOrd="0" presId="urn:microsoft.com/office/officeart/2005/8/layout/default"/>
    <dgm:cxn modelId="{B77ACADC-F194-F342-830B-2FE4563382EE}" type="presOf" srcId="{F8D92A7D-A893-41C9-A53D-BC0062EDE9D6}" destId="{8253449E-36C8-CA4D-8CF7-C12D3B720D1B}" srcOrd="0" destOrd="0" presId="urn:microsoft.com/office/officeart/2005/8/layout/default"/>
    <dgm:cxn modelId="{9E612BDD-0E7B-44F4-9021-9D7118590CBF}" srcId="{B725A30D-028C-49D4-A90A-49FAB2FB688A}" destId="{5C3BE782-1787-49E4-992B-7188A9BAB1F8}" srcOrd="1" destOrd="0" parTransId="{6766082E-2B4E-456C-844B-E488DA6B9A93}" sibTransId="{D132146F-6550-462A-A3C6-77A14224284A}"/>
    <dgm:cxn modelId="{2B0AB4E2-F256-7C4D-AADA-7AFA07D2634F}" type="presOf" srcId="{55A0B6F6-C55E-4691-BE94-21A9F5A29482}" destId="{E55BE6F9-3068-9748-B156-6BE858A663D3}" srcOrd="0" destOrd="0" presId="urn:microsoft.com/office/officeart/2005/8/layout/default"/>
    <dgm:cxn modelId="{ED3D2AE9-8251-F942-9EBF-50CEB9DE98F4}" type="presOf" srcId="{B729D5AE-CFD0-4EE9-BDDE-DD4ECE56A577}" destId="{6DF7869D-FAEF-2340-B863-337C3C4FFF92}" srcOrd="0" destOrd="0" presId="urn:microsoft.com/office/officeart/2005/8/layout/default"/>
    <dgm:cxn modelId="{E9DD6BEE-43AF-4E33-9EED-7F0CA33F54D4}" srcId="{B725A30D-028C-49D4-A90A-49FAB2FB688A}" destId="{F8D92A7D-A893-41C9-A53D-BC0062EDE9D6}" srcOrd="10" destOrd="0" parTransId="{E2C2C6AF-99A4-4DDD-8E8E-85F9C549415E}" sibTransId="{413B616F-F4AA-4E4C-857C-AD9963EE1D33}"/>
    <dgm:cxn modelId="{FE5DCEEF-957D-4520-893B-2834C3135E8A}" srcId="{B725A30D-028C-49D4-A90A-49FAB2FB688A}" destId="{6DE6C236-21F1-4FF6-8FB3-A0A1A47F032E}" srcOrd="9" destOrd="0" parTransId="{68009159-EEBF-46EA-8A74-771AA010234B}" sibTransId="{3B1092D3-9A43-471C-9EE4-B309C6C44785}"/>
    <dgm:cxn modelId="{373078F7-9016-F14D-93DB-891972747C7F}" type="presOf" srcId="{FF422722-1884-4E24-9FC9-59BDA2E05CFE}" destId="{7A4D8D58-DF10-444C-9043-6719E8D8287A}" srcOrd="0" destOrd="0" presId="urn:microsoft.com/office/officeart/2005/8/layout/default"/>
    <dgm:cxn modelId="{45FD73F8-6609-4D25-8035-138C2295A953}" srcId="{B725A30D-028C-49D4-A90A-49FAB2FB688A}" destId="{B729D5AE-CFD0-4EE9-BDDE-DD4ECE56A577}" srcOrd="13" destOrd="0" parTransId="{F5DF7CBE-049A-4E2F-B87B-402D43C65EA2}" sibTransId="{15FD6CAE-55BA-417D-AC9E-6371572BC351}"/>
    <dgm:cxn modelId="{01497F60-3965-4542-B8F6-1D5BA3D4DABE}" type="presParOf" srcId="{2B286011-3953-9245-A748-624520CA1306}" destId="{3F10A00F-C9CC-2E46-B176-FD4822811614}" srcOrd="0" destOrd="0" presId="urn:microsoft.com/office/officeart/2005/8/layout/default"/>
    <dgm:cxn modelId="{34BF5035-0BE7-DF43-960B-F8B80470B36F}" type="presParOf" srcId="{2B286011-3953-9245-A748-624520CA1306}" destId="{5438DBBF-5AB1-CE45-BDAF-7D3348396C3C}" srcOrd="1" destOrd="0" presId="urn:microsoft.com/office/officeart/2005/8/layout/default"/>
    <dgm:cxn modelId="{3EC8E7F5-B857-5F4B-BF7B-660BD322C74D}" type="presParOf" srcId="{2B286011-3953-9245-A748-624520CA1306}" destId="{E820EA39-DF82-D540-90E8-4CFF2EE41661}" srcOrd="2" destOrd="0" presId="urn:microsoft.com/office/officeart/2005/8/layout/default"/>
    <dgm:cxn modelId="{57E52C8B-9F96-2C44-A3DA-C1D9CEEA5654}" type="presParOf" srcId="{2B286011-3953-9245-A748-624520CA1306}" destId="{6A05BAA3-D15A-E645-89A2-C57613A551B2}" srcOrd="3" destOrd="0" presId="urn:microsoft.com/office/officeart/2005/8/layout/default"/>
    <dgm:cxn modelId="{2A240C69-7234-404B-B804-52C3C0265632}" type="presParOf" srcId="{2B286011-3953-9245-A748-624520CA1306}" destId="{A8F4C2E1-DDFB-7F45-8FDF-EC64161D434B}" srcOrd="4" destOrd="0" presId="urn:microsoft.com/office/officeart/2005/8/layout/default"/>
    <dgm:cxn modelId="{3C18F2AF-2609-FB44-A342-3EC82B523505}" type="presParOf" srcId="{2B286011-3953-9245-A748-624520CA1306}" destId="{59F08406-988F-A642-B21F-08CE8DF4A5BA}" srcOrd="5" destOrd="0" presId="urn:microsoft.com/office/officeart/2005/8/layout/default"/>
    <dgm:cxn modelId="{C596950E-67FE-DB46-9E6E-D750E3219E5D}" type="presParOf" srcId="{2B286011-3953-9245-A748-624520CA1306}" destId="{854CA6BE-5F0F-BF40-A46D-D23FC5BB7B85}" srcOrd="6" destOrd="0" presId="urn:microsoft.com/office/officeart/2005/8/layout/default"/>
    <dgm:cxn modelId="{3A4393B0-ECDE-D941-B301-41F03E88FE27}" type="presParOf" srcId="{2B286011-3953-9245-A748-624520CA1306}" destId="{8ECBCDDB-EC80-FC4E-911C-954150E6816F}" srcOrd="7" destOrd="0" presId="urn:microsoft.com/office/officeart/2005/8/layout/default"/>
    <dgm:cxn modelId="{6AB491CA-B381-FB4E-AE63-694DC7395463}" type="presParOf" srcId="{2B286011-3953-9245-A748-624520CA1306}" destId="{8272662C-9401-8048-8A41-9190DFCCE882}" srcOrd="8" destOrd="0" presId="urn:microsoft.com/office/officeart/2005/8/layout/default"/>
    <dgm:cxn modelId="{8E09C6C4-D493-D24E-B88E-E9A70BB6BD18}" type="presParOf" srcId="{2B286011-3953-9245-A748-624520CA1306}" destId="{FD9EBABB-1AEC-5744-AA88-9EED53A45615}" srcOrd="9" destOrd="0" presId="urn:microsoft.com/office/officeart/2005/8/layout/default"/>
    <dgm:cxn modelId="{726CD504-3773-F346-A741-56CB65CEEB46}" type="presParOf" srcId="{2B286011-3953-9245-A748-624520CA1306}" destId="{35B36706-5916-1140-BD07-C628D3E24EDE}" srcOrd="10" destOrd="0" presId="urn:microsoft.com/office/officeart/2005/8/layout/default"/>
    <dgm:cxn modelId="{713D2C88-2CBA-FC41-AFA0-08019E14F124}" type="presParOf" srcId="{2B286011-3953-9245-A748-624520CA1306}" destId="{046D4423-BD2E-514D-B22E-22DB4618E886}" srcOrd="11" destOrd="0" presId="urn:microsoft.com/office/officeart/2005/8/layout/default"/>
    <dgm:cxn modelId="{5398EE17-C5D5-0049-B7CC-1A49ADA3585E}" type="presParOf" srcId="{2B286011-3953-9245-A748-624520CA1306}" destId="{DCCB0514-920D-6446-B9D7-64B4DCAB04D2}" srcOrd="12" destOrd="0" presId="urn:microsoft.com/office/officeart/2005/8/layout/default"/>
    <dgm:cxn modelId="{29034EA0-3E43-F747-9E4C-E81443C24D02}" type="presParOf" srcId="{2B286011-3953-9245-A748-624520CA1306}" destId="{82809F55-3810-854E-81B9-1CFEE7F22960}" srcOrd="13" destOrd="0" presId="urn:microsoft.com/office/officeart/2005/8/layout/default"/>
    <dgm:cxn modelId="{757A2A30-8E01-5E43-AE23-9A76181AEAE9}" type="presParOf" srcId="{2B286011-3953-9245-A748-624520CA1306}" destId="{3CCD08EC-8340-0E46-A09F-BA8E498022BD}" srcOrd="14" destOrd="0" presId="urn:microsoft.com/office/officeart/2005/8/layout/default"/>
    <dgm:cxn modelId="{8D73A539-13F3-D941-B794-A6B0A5FB3365}" type="presParOf" srcId="{2B286011-3953-9245-A748-624520CA1306}" destId="{3EDA9639-C0F6-E14A-AAE8-DD7F863764AC}" srcOrd="15" destOrd="0" presId="urn:microsoft.com/office/officeart/2005/8/layout/default"/>
    <dgm:cxn modelId="{FB94AD54-C396-9447-8531-784832CE0A93}" type="presParOf" srcId="{2B286011-3953-9245-A748-624520CA1306}" destId="{E55BE6F9-3068-9748-B156-6BE858A663D3}" srcOrd="16" destOrd="0" presId="urn:microsoft.com/office/officeart/2005/8/layout/default"/>
    <dgm:cxn modelId="{EB0D52E1-1CC2-E245-9B56-1C3960CE00A8}" type="presParOf" srcId="{2B286011-3953-9245-A748-624520CA1306}" destId="{8A9DF3FB-4431-B44A-BB16-75A202E26770}" srcOrd="17" destOrd="0" presId="urn:microsoft.com/office/officeart/2005/8/layout/default"/>
    <dgm:cxn modelId="{839A0251-39A1-1640-8F03-3805EE0941CA}" type="presParOf" srcId="{2B286011-3953-9245-A748-624520CA1306}" destId="{ABE4D78D-B6D4-8D40-BD42-1F2524E205B1}" srcOrd="18" destOrd="0" presId="urn:microsoft.com/office/officeart/2005/8/layout/default"/>
    <dgm:cxn modelId="{93BCC68C-5AEF-6942-8640-71A20EDCC105}" type="presParOf" srcId="{2B286011-3953-9245-A748-624520CA1306}" destId="{8B2F19A3-215E-DF48-98BB-E7476615C169}" srcOrd="19" destOrd="0" presId="urn:microsoft.com/office/officeart/2005/8/layout/default"/>
    <dgm:cxn modelId="{5E5B7CC5-CEAC-CA44-B41F-7334E177433C}" type="presParOf" srcId="{2B286011-3953-9245-A748-624520CA1306}" destId="{8253449E-36C8-CA4D-8CF7-C12D3B720D1B}" srcOrd="20" destOrd="0" presId="urn:microsoft.com/office/officeart/2005/8/layout/default"/>
    <dgm:cxn modelId="{69A78304-0E29-4F40-A1EC-DA7048518D13}" type="presParOf" srcId="{2B286011-3953-9245-A748-624520CA1306}" destId="{00B646CA-D7A1-9C42-AF5A-ADE05C6848C6}" srcOrd="21" destOrd="0" presId="urn:microsoft.com/office/officeart/2005/8/layout/default"/>
    <dgm:cxn modelId="{66F58D24-05A0-004C-90FE-DF867B0E15CA}" type="presParOf" srcId="{2B286011-3953-9245-A748-624520CA1306}" destId="{B6C40AF5-C7CF-BA46-A5CF-1610FDC8D421}" srcOrd="22" destOrd="0" presId="urn:microsoft.com/office/officeart/2005/8/layout/default"/>
    <dgm:cxn modelId="{5B2B0C9F-C608-5943-A8D1-86E31A9B0F47}" type="presParOf" srcId="{2B286011-3953-9245-A748-624520CA1306}" destId="{7E8B00C0-E22A-E943-BE90-B9CA28433E77}" srcOrd="23" destOrd="0" presId="urn:microsoft.com/office/officeart/2005/8/layout/default"/>
    <dgm:cxn modelId="{2B6C9B13-5857-1E4B-9E68-9883DDD8DDBB}" type="presParOf" srcId="{2B286011-3953-9245-A748-624520CA1306}" destId="{892A8F2F-40A6-154E-A3B6-D2F408F49ADF}" srcOrd="24" destOrd="0" presId="urn:microsoft.com/office/officeart/2005/8/layout/default"/>
    <dgm:cxn modelId="{90D5995D-7488-F94D-9759-A5DB4452E46A}" type="presParOf" srcId="{2B286011-3953-9245-A748-624520CA1306}" destId="{E200A40A-B2B5-404E-80AA-44387946A60B}" srcOrd="25" destOrd="0" presId="urn:microsoft.com/office/officeart/2005/8/layout/default"/>
    <dgm:cxn modelId="{A60BE09F-468C-FE41-8F39-5B3502380C70}" type="presParOf" srcId="{2B286011-3953-9245-A748-624520CA1306}" destId="{6DF7869D-FAEF-2340-B863-337C3C4FFF92}" srcOrd="26" destOrd="0" presId="urn:microsoft.com/office/officeart/2005/8/layout/default"/>
    <dgm:cxn modelId="{F780BE37-587C-0446-876D-1FF11254D768}" type="presParOf" srcId="{2B286011-3953-9245-A748-624520CA1306}" destId="{7BCFF850-1BD9-FE4F-81D1-E3B8887923E8}" srcOrd="27" destOrd="0" presId="urn:microsoft.com/office/officeart/2005/8/layout/default"/>
    <dgm:cxn modelId="{BEB2E593-21F7-C944-AFF0-1954F2738B82}" type="presParOf" srcId="{2B286011-3953-9245-A748-624520CA1306}" destId="{7A4D8D58-DF10-444C-9043-6719E8D8287A}" srcOrd="28" destOrd="0" presId="urn:microsoft.com/office/officeart/2005/8/layout/default"/>
    <dgm:cxn modelId="{C0A6C422-96E3-B34A-B0AE-60AD7349AC12}" type="presParOf" srcId="{2B286011-3953-9245-A748-624520CA1306}" destId="{200E91F7-9B2C-4648-8C66-F8566D15ECFF}" srcOrd="29" destOrd="0" presId="urn:microsoft.com/office/officeart/2005/8/layout/default"/>
    <dgm:cxn modelId="{686D683B-24D0-D740-AD77-592DF782E34A}" type="presParOf" srcId="{2B286011-3953-9245-A748-624520CA1306}" destId="{2BCB74E5-3DCE-F641-9E13-8137BB5558B0}" srcOrd="3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A3D78-4F2D-5B44-AD26-EE57175C8DFD}">
      <dsp:nvSpPr>
        <dsp:cNvPr id="0" name=""/>
        <dsp:cNvSpPr/>
      </dsp:nvSpPr>
      <dsp:spPr>
        <a:xfrm>
          <a:off x="0" y="28464"/>
          <a:ext cx="5889686" cy="10086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Exploring and movement around the farm according to each type of robot capabilities. </a:t>
          </a:r>
          <a:endParaRPr lang="en-US" sz="1900" kern="1200"/>
        </a:p>
      </dsp:txBody>
      <dsp:txXfrm>
        <a:off x="49240" y="77704"/>
        <a:ext cx="5791206" cy="910206"/>
      </dsp:txXfrm>
    </dsp:sp>
    <dsp:sp modelId="{4D75B4DF-CACD-5042-B7CA-EDF943647DDD}">
      <dsp:nvSpPr>
        <dsp:cNvPr id="0" name=""/>
        <dsp:cNvSpPr/>
      </dsp:nvSpPr>
      <dsp:spPr>
        <a:xfrm>
          <a:off x="0" y="1091871"/>
          <a:ext cx="5889686" cy="1008686"/>
        </a:xfrm>
        <a:prstGeom prst="roundRect">
          <a:avLst/>
        </a:prstGeom>
        <a:solidFill>
          <a:schemeClr val="accent2">
            <a:hueOff val="663946"/>
            <a:satOff val="2284"/>
            <a:lumOff val="-4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Drones </a:t>
          </a:r>
          <a:r>
            <a:rPr lang="fr-FR" sz="1900" kern="1200" dirty="0" err="1"/>
            <a:t>locate</a:t>
          </a:r>
          <a:r>
            <a:rPr lang="fr-FR" sz="1900" kern="1200" dirty="0"/>
            <a:t> </a:t>
          </a:r>
          <a:r>
            <a:rPr lang="fr-FR" sz="1900" kern="1200" dirty="0" err="1"/>
            <a:t>crops</a:t>
          </a:r>
          <a:r>
            <a:rPr lang="fr-FR" sz="1900" kern="1200" dirty="0"/>
            <a:t> to </a:t>
          </a:r>
          <a:r>
            <a:rPr lang="fr-FR" sz="1900" kern="1200" dirty="0" err="1"/>
            <a:t>be</a:t>
          </a:r>
          <a:r>
            <a:rPr lang="fr-FR" sz="1900" kern="1200" dirty="0"/>
            <a:t> </a:t>
          </a:r>
          <a:r>
            <a:rPr lang="fr-FR" sz="1900" kern="1200" dirty="0" err="1"/>
            <a:t>collected</a:t>
          </a:r>
          <a:r>
            <a:rPr lang="fr-FR" sz="1900" kern="1200" dirty="0"/>
            <a:t> and </a:t>
          </a:r>
          <a:r>
            <a:rPr lang="fr-FR" sz="1900" kern="1200" dirty="0" err="1"/>
            <a:t>wait</a:t>
          </a:r>
          <a:r>
            <a:rPr lang="fr-FR" sz="1900" kern="1200" dirty="0"/>
            <a:t> for the </a:t>
          </a:r>
          <a:r>
            <a:rPr lang="fr-FR" sz="1900" kern="1200" dirty="0" err="1"/>
            <a:t>picker</a:t>
          </a:r>
          <a:r>
            <a:rPr lang="fr-FR" sz="1900" kern="1200" dirty="0"/>
            <a:t> robots, once </a:t>
          </a:r>
          <a:r>
            <a:rPr lang="fr-FR" sz="1900" kern="1200" dirty="0" err="1"/>
            <a:t>they</a:t>
          </a:r>
          <a:r>
            <a:rPr lang="fr-FR" sz="1900" kern="1200" dirty="0"/>
            <a:t> </a:t>
          </a:r>
          <a:r>
            <a:rPr lang="fr-FR" sz="1900" kern="1200" dirty="0" err="1"/>
            <a:t>get</a:t>
          </a:r>
          <a:r>
            <a:rPr lang="fr-FR" sz="1900" kern="1200" dirty="0"/>
            <a:t> </a:t>
          </a:r>
          <a:r>
            <a:rPr lang="fr-FR" sz="1900" kern="1200" dirty="0" err="1"/>
            <a:t>there</a:t>
          </a:r>
          <a:r>
            <a:rPr lang="fr-FR" sz="1900" kern="1200" dirty="0"/>
            <a:t>, the drones continue </a:t>
          </a:r>
          <a:r>
            <a:rPr lang="fr-FR" sz="1900" kern="1200" dirty="0" err="1"/>
            <a:t>exploring</a:t>
          </a:r>
          <a:endParaRPr lang="en-US" sz="1900" kern="1200" dirty="0"/>
        </a:p>
      </dsp:txBody>
      <dsp:txXfrm>
        <a:off x="49240" y="1141111"/>
        <a:ext cx="5791206" cy="910206"/>
      </dsp:txXfrm>
    </dsp:sp>
    <dsp:sp modelId="{86C38A7E-AA8A-EE42-977F-99736BA37C7F}">
      <dsp:nvSpPr>
        <dsp:cNvPr id="0" name=""/>
        <dsp:cNvSpPr/>
      </dsp:nvSpPr>
      <dsp:spPr>
        <a:xfrm>
          <a:off x="0" y="2155277"/>
          <a:ext cx="5889686" cy="1008686"/>
        </a:xfrm>
        <a:prstGeom prst="roundRect">
          <a:avLst/>
        </a:prstGeom>
        <a:solidFill>
          <a:schemeClr val="accent2">
            <a:hueOff val="1327892"/>
            <a:satOff val="4567"/>
            <a:lumOff val="-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 err="1"/>
            <a:t>Amphibious</a:t>
          </a:r>
          <a:r>
            <a:rPr lang="fr-FR" sz="1900" kern="1200" dirty="0"/>
            <a:t> </a:t>
          </a:r>
          <a:r>
            <a:rPr lang="fr-FR" sz="1900" kern="1200" dirty="0" err="1"/>
            <a:t>picker</a:t>
          </a:r>
          <a:r>
            <a:rPr lang="fr-FR" sz="1900" kern="1200" dirty="0"/>
            <a:t> robots move </a:t>
          </a:r>
          <a:r>
            <a:rPr lang="fr-FR" sz="1900" kern="1200" dirty="0" err="1"/>
            <a:t>randomly</a:t>
          </a:r>
          <a:r>
            <a:rPr lang="fr-FR" sz="1900" kern="1200" dirty="0"/>
            <a:t> to </a:t>
          </a:r>
          <a:r>
            <a:rPr lang="fr-FR" sz="1900" kern="1200" dirty="0" err="1"/>
            <a:t>locate</a:t>
          </a:r>
          <a:r>
            <a:rPr lang="fr-FR" sz="1900" kern="1200" dirty="0"/>
            <a:t> the </a:t>
          </a:r>
          <a:r>
            <a:rPr lang="fr-FR" sz="1900" kern="1200" dirty="0" err="1"/>
            <a:t>crops</a:t>
          </a:r>
          <a:r>
            <a:rPr lang="fr-FR" sz="1900" kern="1200" dirty="0"/>
            <a:t> to </a:t>
          </a:r>
          <a:r>
            <a:rPr lang="fr-FR" sz="1900" kern="1200" dirty="0" err="1"/>
            <a:t>be</a:t>
          </a:r>
          <a:r>
            <a:rPr lang="fr-FR" sz="1900" kern="1200" dirty="0"/>
            <a:t> </a:t>
          </a:r>
          <a:r>
            <a:rPr lang="fr-FR" sz="1900" kern="1200" dirty="0" err="1"/>
            <a:t>collected</a:t>
          </a:r>
          <a:r>
            <a:rPr lang="fr-FR" sz="1900" kern="1200" dirty="0"/>
            <a:t>, </a:t>
          </a:r>
          <a:r>
            <a:rPr lang="fr-FR" sz="1900" kern="1200" dirty="0" err="1"/>
            <a:t>pick</a:t>
          </a:r>
          <a:r>
            <a:rPr lang="fr-FR" sz="1900" kern="1200" dirty="0"/>
            <a:t> the </a:t>
          </a:r>
          <a:r>
            <a:rPr lang="fr-FR" sz="1900" kern="1200" dirty="0" err="1"/>
            <a:t>crops</a:t>
          </a:r>
          <a:r>
            <a:rPr lang="fr-FR" sz="1900" kern="1200" dirty="0"/>
            <a:t> </a:t>
          </a:r>
          <a:r>
            <a:rPr lang="fr-FR" sz="1900" kern="1200" dirty="0" err="1"/>
            <a:t>until</a:t>
          </a:r>
          <a:r>
            <a:rPr lang="fr-FR" sz="1900" kern="1200" dirty="0"/>
            <a:t> </a:t>
          </a:r>
          <a:r>
            <a:rPr lang="fr-FR" sz="1900" kern="1200" dirty="0" err="1"/>
            <a:t>their</a:t>
          </a:r>
          <a:r>
            <a:rPr lang="fr-FR" sz="1900" kern="1200" dirty="0"/>
            <a:t> </a:t>
          </a:r>
          <a:r>
            <a:rPr lang="fr-FR" sz="1900" kern="1200" dirty="0" err="1"/>
            <a:t>storage</a:t>
          </a:r>
          <a:r>
            <a:rPr lang="fr-FR" sz="1900" kern="1200" dirty="0"/>
            <a:t> </a:t>
          </a:r>
          <a:r>
            <a:rPr lang="fr-FR" sz="1900" kern="1200" dirty="0" err="1"/>
            <a:t>is</a:t>
          </a:r>
          <a:r>
            <a:rPr lang="fr-FR" sz="1900" kern="1200" dirty="0"/>
            <a:t> full, </a:t>
          </a:r>
          <a:endParaRPr lang="en-US" sz="1900" kern="1200" dirty="0"/>
        </a:p>
      </dsp:txBody>
      <dsp:txXfrm>
        <a:off x="49240" y="2204517"/>
        <a:ext cx="5791206" cy="910206"/>
      </dsp:txXfrm>
    </dsp:sp>
    <dsp:sp modelId="{F7932448-4F6D-A647-97DD-0A7F57C0EC7D}">
      <dsp:nvSpPr>
        <dsp:cNvPr id="0" name=""/>
        <dsp:cNvSpPr/>
      </dsp:nvSpPr>
      <dsp:spPr>
        <a:xfrm>
          <a:off x="0" y="3218683"/>
          <a:ext cx="5889686" cy="1008686"/>
        </a:xfrm>
        <a:prstGeom prst="roundRect">
          <a:avLst/>
        </a:prstGeom>
        <a:solidFill>
          <a:schemeClr val="accent2">
            <a:hueOff val="1991838"/>
            <a:satOff val="6851"/>
            <a:lumOff val="-13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In </a:t>
          </a:r>
          <a:r>
            <a:rPr lang="fr-FR" sz="1900" kern="1200" dirty="0" err="1"/>
            <a:t>that</a:t>
          </a:r>
          <a:r>
            <a:rPr lang="fr-FR" sz="1900" kern="1200" dirty="0"/>
            <a:t> case </a:t>
          </a:r>
          <a:r>
            <a:rPr lang="fr-FR" sz="1900" kern="1200" dirty="0" err="1"/>
            <a:t>they</a:t>
          </a:r>
          <a:r>
            <a:rPr lang="fr-FR" sz="1900" kern="1200" dirty="0"/>
            <a:t> return to the base station to </a:t>
          </a:r>
          <a:r>
            <a:rPr lang="fr-FR" sz="1900" kern="1200" dirty="0" err="1"/>
            <a:t>unload</a:t>
          </a:r>
          <a:r>
            <a:rPr lang="fr-FR" sz="1900" kern="1200" dirty="0"/>
            <a:t> the </a:t>
          </a:r>
          <a:r>
            <a:rPr lang="fr-FR" sz="1900" kern="1200" dirty="0" err="1"/>
            <a:t>crops</a:t>
          </a:r>
          <a:r>
            <a:rPr lang="fr-FR" sz="1900" kern="1200" dirty="0"/>
            <a:t> </a:t>
          </a:r>
          <a:r>
            <a:rPr lang="fr-FR" sz="1900" kern="1200" dirty="0" err="1"/>
            <a:t>collected</a:t>
          </a:r>
          <a:r>
            <a:rPr lang="fr-FR" sz="1900" kern="1200" dirty="0"/>
            <a:t> and continue picking. </a:t>
          </a:r>
          <a:endParaRPr lang="en-US" sz="1900" kern="1200" dirty="0"/>
        </a:p>
      </dsp:txBody>
      <dsp:txXfrm>
        <a:off x="49240" y="3267923"/>
        <a:ext cx="5791206" cy="910206"/>
      </dsp:txXfrm>
    </dsp:sp>
    <dsp:sp modelId="{783631AB-875D-B44B-B0A4-C95BA40487D4}">
      <dsp:nvSpPr>
        <dsp:cNvPr id="0" name=""/>
        <dsp:cNvSpPr/>
      </dsp:nvSpPr>
      <dsp:spPr>
        <a:xfrm>
          <a:off x="0" y="4282089"/>
          <a:ext cx="5889686" cy="1008686"/>
        </a:xfrm>
        <a:prstGeom prst="roundRect">
          <a:avLst/>
        </a:prstGeom>
        <a:solidFill>
          <a:schemeClr val="accent2">
            <a:hueOff val="2655785"/>
            <a:satOff val="9135"/>
            <a:lumOff val="-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Robots have a battery whose energy is consumed as time progresses </a:t>
          </a:r>
          <a:endParaRPr lang="en-US" sz="1900" kern="1200"/>
        </a:p>
      </dsp:txBody>
      <dsp:txXfrm>
        <a:off x="49240" y="4331329"/>
        <a:ext cx="5791206" cy="910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4F1DB-086E-E144-A72F-CDF3A5D82241}">
      <dsp:nvSpPr>
        <dsp:cNvPr id="0" name=""/>
        <dsp:cNvSpPr/>
      </dsp:nvSpPr>
      <dsp:spPr>
        <a:xfrm>
          <a:off x="5355" y="522171"/>
          <a:ext cx="2148904" cy="859561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1" kern="1200"/>
            <a:t>Objective: The Farm Simulation Game aims to model the operations of an autonomous farming system using drones and picker robots.</a:t>
          </a:r>
          <a:endParaRPr lang="en-US" sz="900" kern="1200"/>
        </a:p>
      </dsp:txBody>
      <dsp:txXfrm>
        <a:off x="435136" y="522171"/>
        <a:ext cx="1289343" cy="859561"/>
      </dsp:txXfrm>
    </dsp:sp>
    <dsp:sp modelId="{90B38726-C326-D340-A66C-DACF51889480}">
      <dsp:nvSpPr>
        <dsp:cNvPr id="0" name=""/>
        <dsp:cNvSpPr/>
      </dsp:nvSpPr>
      <dsp:spPr>
        <a:xfrm>
          <a:off x="1938260" y="522171"/>
          <a:ext cx="2148904" cy="859561"/>
        </a:xfrm>
        <a:prstGeom prst="chevron">
          <a:avLst/>
        </a:prstGeom>
        <a:solidFill>
          <a:schemeClr val="accent5">
            <a:hueOff val="2911898"/>
            <a:satOff val="-15213"/>
            <a:lumOff val="3595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1" kern="1200"/>
            <a:t>Agents:</a:t>
          </a:r>
          <a:endParaRPr lang="en-US" sz="900" kern="1200"/>
        </a:p>
      </dsp:txBody>
      <dsp:txXfrm>
        <a:off x="2368041" y="522171"/>
        <a:ext cx="1289343" cy="859561"/>
      </dsp:txXfrm>
    </dsp:sp>
    <dsp:sp modelId="{230A9B11-B886-B641-AE50-191D705E65C8}">
      <dsp:nvSpPr>
        <dsp:cNvPr id="0" name=""/>
        <dsp:cNvSpPr/>
      </dsp:nvSpPr>
      <dsp:spPr>
        <a:xfrm>
          <a:off x="1938260" y="1489178"/>
          <a:ext cx="1719123" cy="1355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 dirty="0"/>
            <a:t>Drones: </a:t>
          </a:r>
          <a:r>
            <a:rPr lang="fr-FR" sz="900" b="1" i="1" kern="1200" dirty="0" err="1"/>
            <a:t>Autonomous</a:t>
          </a:r>
          <a:r>
            <a:rPr lang="fr-FR" sz="900" b="1" i="1" kern="1200" dirty="0"/>
            <a:t> agents </a:t>
          </a:r>
          <a:r>
            <a:rPr lang="fr-FR" sz="900" b="1" i="1" kern="1200" dirty="0" err="1"/>
            <a:t>that</a:t>
          </a:r>
          <a:r>
            <a:rPr lang="fr-FR" sz="900" b="1" i="1" kern="1200" dirty="0"/>
            <a:t> explore the </a:t>
          </a:r>
          <a:r>
            <a:rPr lang="fr-FR" sz="900" b="1" i="1" kern="1200" dirty="0" err="1"/>
            <a:t>farm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 dirty="0" err="1"/>
            <a:t>Picker</a:t>
          </a:r>
          <a:r>
            <a:rPr lang="fr-FR" sz="900" b="1" i="1" kern="1200" dirty="0"/>
            <a:t> Robots: </a:t>
          </a:r>
          <a:r>
            <a:rPr lang="fr-FR" sz="900" b="1" i="1" kern="1200" dirty="0" err="1"/>
            <a:t>Autonomous</a:t>
          </a:r>
          <a:r>
            <a:rPr lang="fr-FR" sz="900" b="1" i="1" kern="1200" dirty="0"/>
            <a:t> agents </a:t>
          </a:r>
          <a:r>
            <a:rPr lang="fr-FR" sz="900" b="1" i="1" kern="1200" dirty="0" err="1"/>
            <a:t>that</a:t>
          </a:r>
          <a:r>
            <a:rPr lang="fr-FR" sz="900" b="1" i="1" kern="1200" dirty="0"/>
            <a:t> move </a:t>
          </a:r>
          <a:r>
            <a:rPr lang="fr-FR" sz="900" b="1" i="1" kern="1200" dirty="0" err="1"/>
            <a:t>randomly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</dsp:txBody>
      <dsp:txXfrm>
        <a:off x="1938260" y="1489178"/>
        <a:ext cx="1719123" cy="1355484"/>
      </dsp:txXfrm>
    </dsp:sp>
    <dsp:sp modelId="{A864B227-892F-A140-87E9-F1BC21E4F0B5}">
      <dsp:nvSpPr>
        <dsp:cNvPr id="0" name=""/>
        <dsp:cNvSpPr/>
      </dsp:nvSpPr>
      <dsp:spPr>
        <a:xfrm>
          <a:off x="3871165" y="522171"/>
          <a:ext cx="2148904" cy="859561"/>
        </a:xfrm>
        <a:prstGeom prst="chevron">
          <a:avLst/>
        </a:prstGeom>
        <a:solidFill>
          <a:schemeClr val="accent5">
            <a:hueOff val="5823795"/>
            <a:satOff val="-30426"/>
            <a:lumOff val="7189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1" kern="1200"/>
            <a:t>Environment:</a:t>
          </a:r>
          <a:endParaRPr lang="en-US" sz="900" kern="1200"/>
        </a:p>
      </dsp:txBody>
      <dsp:txXfrm>
        <a:off x="4300946" y="522171"/>
        <a:ext cx="1289343" cy="859561"/>
      </dsp:txXfrm>
    </dsp:sp>
    <dsp:sp modelId="{F903F910-5FA7-2F40-ABBE-547632CCF3B2}">
      <dsp:nvSpPr>
        <dsp:cNvPr id="0" name=""/>
        <dsp:cNvSpPr/>
      </dsp:nvSpPr>
      <dsp:spPr>
        <a:xfrm>
          <a:off x="3871165" y="1489178"/>
          <a:ext cx="1719123" cy="1355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/>
            <a:t>Grid: A 2D grid representing the farm, with cells containing strawberry clusters, trees, rivers, and a base station.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/>
            <a:t>Strawberry Clusters: Grow and regrow over time, can be picked by picker robots.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/>
            <a:t>Base Station: Central location where drones and picker robots return to recharge and unload strawberries.</a:t>
          </a:r>
          <a:endParaRPr lang="en-US" sz="900" kern="1200"/>
        </a:p>
      </dsp:txBody>
      <dsp:txXfrm>
        <a:off x="3871165" y="1489178"/>
        <a:ext cx="1719123" cy="1355484"/>
      </dsp:txXfrm>
    </dsp:sp>
    <dsp:sp modelId="{F54F5023-BE9F-EF4C-BF96-47197C6FCC13}">
      <dsp:nvSpPr>
        <dsp:cNvPr id="0" name=""/>
        <dsp:cNvSpPr/>
      </dsp:nvSpPr>
      <dsp:spPr>
        <a:xfrm>
          <a:off x="5804069" y="522171"/>
          <a:ext cx="2148904" cy="859561"/>
        </a:xfrm>
        <a:prstGeom prst="chevron">
          <a:avLst/>
        </a:prstGeom>
        <a:solidFill>
          <a:schemeClr val="accent5">
            <a:hueOff val="8735693"/>
            <a:satOff val="-45639"/>
            <a:lumOff val="10784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b="1" i="1" kern="1200"/>
            <a:t>Gameplay:</a:t>
          </a:r>
          <a:endParaRPr lang="en-US" sz="900" kern="1200"/>
        </a:p>
      </dsp:txBody>
      <dsp:txXfrm>
        <a:off x="6233850" y="522171"/>
        <a:ext cx="1289343" cy="859561"/>
      </dsp:txXfrm>
    </dsp:sp>
    <dsp:sp modelId="{BB354166-6D61-704B-8B7C-DA25729BE092}">
      <dsp:nvSpPr>
        <dsp:cNvPr id="0" name=""/>
        <dsp:cNvSpPr/>
      </dsp:nvSpPr>
      <dsp:spPr>
        <a:xfrm>
          <a:off x="5804069" y="1489178"/>
          <a:ext cx="1719123" cy="1355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/>
            <a:t>Drones explore the grid to find strawberry clusters.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/>
            <a:t>Picker robots move to the locations identified by drones to pick strawberries.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900" b="1" i="1" kern="1200"/>
            <a:t>Both drones and picker robots return to the base station when their battery is low or their storage is full.</a:t>
          </a:r>
          <a:endParaRPr lang="en-US" sz="900" kern="1200"/>
        </a:p>
      </dsp:txBody>
      <dsp:txXfrm>
        <a:off x="5804069" y="1489178"/>
        <a:ext cx="1719123" cy="13554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AE0A4-A9A5-F14D-82A0-34250B8B8F1A}">
      <dsp:nvSpPr>
        <dsp:cNvPr id="0" name=""/>
        <dsp:cNvSpPr/>
      </dsp:nvSpPr>
      <dsp:spPr>
        <a:xfrm>
          <a:off x="1591666" y="1463"/>
          <a:ext cx="6366664" cy="64196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1" tIns="163060" rIns="123531" bIns="1630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Drones: Explore the grid, identify strawberry clusters, and communicate their locations to picker robots.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Picker Robots: Move to the identified locations, pick strawberries, and return to the base station.</a:t>
          </a:r>
          <a:endParaRPr lang="en-US" sz="1100" kern="1200"/>
        </a:p>
      </dsp:txBody>
      <dsp:txXfrm>
        <a:off x="1591666" y="1463"/>
        <a:ext cx="6366664" cy="641967"/>
      </dsp:txXfrm>
    </dsp:sp>
    <dsp:sp modelId="{C8505832-9387-CE48-861D-51CC4CC70C91}">
      <dsp:nvSpPr>
        <dsp:cNvPr id="0" name=""/>
        <dsp:cNvSpPr/>
      </dsp:nvSpPr>
      <dsp:spPr>
        <a:xfrm>
          <a:off x="0" y="1463"/>
          <a:ext cx="1591666" cy="6419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226" tIns="63412" rIns="84226" bIns="6341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Autonomous Agents:</a:t>
          </a:r>
          <a:endParaRPr lang="en-US" sz="1400" kern="1200"/>
        </a:p>
      </dsp:txBody>
      <dsp:txXfrm>
        <a:off x="0" y="1463"/>
        <a:ext cx="1591666" cy="641967"/>
      </dsp:txXfrm>
    </dsp:sp>
    <dsp:sp modelId="{2EDD3FF9-7D4B-7645-AD2E-1A009206A408}">
      <dsp:nvSpPr>
        <dsp:cNvPr id="0" name=""/>
        <dsp:cNvSpPr/>
      </dsp:nvSpPr>
      <dsp:spPr>
        <a:xfrm>
          <a:off x="1591666" y="681948"/>
          <a:ext cx="6366664" cy="641967"/>
        </a:xfrm>
        <a:prstGeom prst="rect">
          <a:avLst/>
        </a:prstGeom>
        <a:solidFill>
          <a:schemeClr val="accent5">
            <a:tint val="40000"/>
            <a:alpha val="90000"/>
            <a:hueOff val="2327875"/>
            <a:satOff val="-9913"/>
            <a:lumOff val="108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2327875"/>
              <a:satOff val="-9913"/>
              <a:lumOff val="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1" tIns="163060" rIns="123531" bIns="1630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Drones: Waiting, Exploring, Returning.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Picker Robots: Idle, Moving, Picking, Returning.</a:t>
          </a:r>
          <a:endParaRPr lang="en-US" sz="1100" kern="1200"/>
        </a:p>
      </dsp:txBody>
      <dsp:txXfrm>
        <a:off x="1591666" y="681948"/>
        <a:ext cx="6366664" cy="641967"/>
      </dsp:txXfrm>
    </dsp:sp>
    <dsp:sp modelId="{AFC6331C-4A46-DD4F-8BAA-49C467FB114B}">
      <dsp:nvSpPr>
        <dsp:cNvPr id="0" name=""/>
        <dsp:cNvSpPr/>
      </dsp:nvSpPr>
      <dsp:spPr>
        <a:xfrm>
          <a:off x="0" y="681948"/>
          <a:ext cx="1591666" cy="641967"/>
        </a:xfrm>
        <a:prstGeom prst="rect">
          <a:avLst/>
        </a:prstGeom>
        <a:solidFill>
          <a:schemeClr val="accent5">
            <a:hueOff val="2183923"/>
            <a:satOff val="-11410"/>
            <a:lumOff val="2696"/>
            <a:alphaOff val="0"/>
          </a:schemeClr>
        </a:solidFill>
        <a:ln w="15875" cap="flat" cmpd="sng" algn="ctr">
          <a:solidFill>
            <a:schemeClr val="accent5">
              <a:hueOff val="2183923"/>
              <a:satOff val="-11410"/>
              <a:lumOff val="26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226" tIns="63412" rIns="84226" bIns="6341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State Transitions:</a:t>
          </a:r>
          <a:endParaRPr lang="en-US" sz="1400" kern="1200"/>
        </a:p>
      </dsp:txBody>
      <dsp:txXfrm>
        <a:off x="0" y="681948"/>
        <a:ext cx="1591666" cy="641967"/>
      </dsp:txXfrm>
    </dsp:sp>
    <dsp:sp modelId="{1E376AEA-8080-784B-8977-0F317D13C749}">
      <dsp:nvSpPr>
        <dsp:cNvPr id="0" name=""/>
        <dsp:cNvSpPr/>
      </dsp:nvSpPr>
      <dsp:spPr>
        <a:xfrm>
          <a:off x="1591666" y="1362433"/>
          <a:ext cx="6366664" cy="641967"/>
        </a:xfrm>
        <a:prstGeom prst="rect">
          <a:avLst/>
        </a:prstGeom>
        <a:solidFill>
          <a:schemeClr val="accent5">
            <a:tint val="40000"/>
            <a:alpha val="90000"/>
            <a:hueOff val="4655750"/>
            <a:satOff val="-19827"/>
            <a:lumOff val="216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4655750"/>
              <a:satOff val="-19827"/>
              <a:lumOff val="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1" tIns="163060" rIns="123531" bIns="1630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Grid Navigation: Agents move within a 2D grid.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Resource Management: Agents manage battery levels and storage capacities.</a:t>
          </a:r>
          <a:endParaRPr lang="en-US" sz="1100" kern="1200"/>
        </a:p>
      </dsp:txBody>
      <dsp:txXfrm>
        <a:off x="1591666" y="1362433"/>
        <a:ext cx="6366664" cy="641967"/>
      </dsp:txXfrm>
    </dsp:sp>
    <dsp:sp modelId="{2426B893-B8D2-904E-8546-CEBEC78593BC}">
      <dsp:nvSpPr>
        <dsp:cNvPr id="0" name=""/>
        <dsp:cNvSpPr/>
      </dsp:nvSpPr>
      <dsp:spPr>
        <a:xfrm>
          <a:off x="0" y="1362433"/>
          <a:ext cx="1591666" cy="641967"/>
        </a:xfrm>
        <a:prstGeom prst="rect">
          <a:avLst/>
        </a:prstGeom>
        <a:solidFill>
          <a:schemeClr val="accent5">
            <a:hueOff val="4367846"/>
            <a:satOff val="-22820"/>
            <a:lumOff val="5392"/>
            <a:alphaOff val="0"/>
          </a:schemeClr>
        </a:solidFill>
        <a:ln w="15875" cap="flat" cmpd="sng" algn="ctr">
          <a:solidFill>
            <a:schemeClr val="accent5">
              <a:hueOff val="4367846"/>
              <a:satOff val="-22820"/>
              <a:lumOff val="5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226" tIns="63412" rIns="84226" bIns="6341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Environment Interaction:</a:t>
          </a:r>
          <a:endParaRPr lang="en-US" sz="1400" kern="1200"/>
        </a:p>
      </dsp:txBody>
      <dsp:txXfrm>
        <a:off x="0" y="1362433"/>
        <a:ext cx="1591666" cy="641967"/>
      </dsp:txXfrm>
    </dsp:sp>
    <dsp:sp modelId="{1A7365C9-041C-7742-B0A0-EC526FBA3D1D}">
      <dsp:nvSpPr>
        <dsp:cNvPr id="0" name=""/>
        <dsp:cNvSpPr/>
      </dsp:nvSpPr>
      <dsp:spPr>
        <a:xfrm>
          <a:off x="1591666" y="2042918"/>
          <a:ext cx="6366664" cy="641967"/>
        </a:xfrm>
        <a:prstGeom prst="rect">
          <a:avLst/>
        </a:prstGeom>
        <a:solidFill>
          <a:schemeClr val="accent5">
            <a:tint val="40000"/>
            <a:alpha val="90000"/>
            <a:hueOff val="6983626"/>
            <a:satOff val="-29741"/>
            <a:lumOff val="324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6983626"/>
              <a:satOff val="-29741"/>
              <a:lumOff val="3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1" tIns="163060" rIns="123531" bIns="1630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Drones broadcast the location of strawberry clusters to picker robots.</a:t>
          </a:r>
          <a:endParaRPr lang="en-US" sz="1100" kern="1200"/>
        </a:p>
      </dsp:txBody>
      <dsp:txXfrm>
        <a:off x="1591666" y="2042918"/>
        <a:ext cx="6366664" cy="641967"/>
      </dsp:txXfrm>
    </dsp:sp>
    <dsp:sp modelId="{BFFAEFA2-0327-CF48-95E4-D5C8A3FE0EA8}">
      <dsp:nvSpPr>
        <dsp:cNvPr id="0" name=""/>
        <dsp:cNvSpPr/>
      </dsp:nvSpPr>
      <dsp:spPr>
        <a:xfrm>
          <a:off x="0" y="2042918"/>
          <a:ext cx="1591666" cy="641967"/>
        </a:xfrm>
        <a:prstGeom prst="rect">
          <a:avLst/>
        </a:prstGeom>
        <a:solidFill>
          <a:schemeClr val="accent5">
            <a:hueOff val="6551770"/>
            <a:satOff val="-34229"/>
            <a:lumOff val="8088"/>
            <a:alphaOff val="0"/>
          </a:schemeClr>
        </a:solidFill>
        <a:ln w="15875" cap="flat" cmpd="sng" algn="ctr">
          <a:solidFill>
            <a:schemeClr val="accent5">
              <a:hueOff val="6551770"/>
              <a:satOff val="-34229"/>
              <a:lumOff val="80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226" tIns="63412" rIns="84226" bIns="6341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Communication:</a:t>
          </a:r>
          <a:endParaRPr lang="en-US" sz="1400" kern="1200"/>
        </a:p>
      </dsp:txBody>
      <dsp:txXfrm>
        <a:off x="0" y="2042918"/>
        <a:ext cx="1591666" cy="641967"/>
      </dsp:txXfrm>
    </dsp:sp>
    <dsp:sp modelId="{BD7FDB82-43CB-FB4B-BE99-06E1BC30B7BF}">
      <dsp:nvSpPr>
        <dsp:cNvPr id="0" name=""/>
        <dsp:cNvSpPr/>
      </dsp:nvSpPr>
      <dsp:spPr>
        <a:xfrm>
          <a:off x="1591666" y="2723403"/>
          <a:ext cx="6366664" cy="641967"/>
        </a:xfrm>
        <a:prstGeom prst="rect">
          <a:avLst/>
        </a:prstGeom>
        <a:solidFill>
          <a:schemeClr val="accent5">
            <a:tint val="40000"/>
            <a:alpha val="90000"/>
            <a:hueOff val="9311501"/>
            <a:satOff val="-39654"/>
            <a:lumOff val="432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9311501"/>
              <a:satOff val="-39654"/>
              <a:lumOff val="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531" tIns="163060" rIns="123531" bIns="1630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Strawberry clusters regrow after being picked, simulating real-world farming conditions.</a:t>
          </a:r>
          <a:endParaRPr lang="en-US" sz="1100" kern="1200"/>
        </a:p>
      </dsp:txBody>
      <dsp:txXfrm>
        <a:off x="1591666" y="2723403"/>
        <a:ext cx="6366664" cy="641967"/>
      </dsp:txXfrm>
    </dsp:sp>
    <dsp:sp modelId="{5B94D4A9-D93F-7C4C-8069-5CD8066F61C2}">
      <dsp:nvSpPr>
        <dsp:cNvPr id="0" name=""/>
        <dsp:cNvSpPr/>
      </dsp:nvSpPr>
      <dsp:spPr>
        <a:xfrm>
          <a:off x="0" y="2723403"/>
          <a:ext cx="1591666" cy="641967"/>
        </a:xfrm>
        <a:prstGeom prst="rect">
          <a:avLst/>
        </a:prstGeom>
        <a:solidFill>
          <a:schemeClr val="accent5">
            <a:hueOff val="8735693"/>
            <a:satOff val="-45639"/>
            <a:lumOff val="10784"/>
            <a:alphaOff val="0"/>
          </a:schemeClr>
        </a:solidFill>
        <a:ln w="15875" cap="flat" cmpd="sng" algn="ctr">
          <a:solidFill>
            <a:schemeClr val="accent5">
              <a:hueOff val="8735693"/>
              <a:satOff val="-45639"/>
              <a:lumOff val="10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226" tIns="63412" rIns="84226" bIns="6341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Regrowth Mechanism:</a:t>
          </a:r>
          <a:endParaRPr lang="en-US" sz="1400" kern="1200"/>
        </a:p>
      </dsp:txBody>
      <dsp:txXfrm>
        <a:off x="0" y="2723403"/>
        <a:ext cx="1591666" cy="6419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29857-1A51-1D44-95D4-2CF6B3D36CC3}">
      <dsp:nvSpPr>
        <dsp:cNvPr id="0" name=""/>
        <dsp:cNvSpPr/>
      </dsp:nvSpPr>
      <dsp:spPr>
        <a:xfrm rot="5400000">
          <a:off x="5087475" y="-2139743"/>
          <a:ext cx="648378" cy="5093331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Agents make decisions based on their current state, battery level, and storage capacity.</a:t>
          </a:r>
          <a:endParaRPr lang="en-US" sz="1300" kern="1200"/>
        </a:p>
      </dsp:txBody>
      <dsp:txXfrm rot="-5400000">
        <a:off x="2864999" y="114384"/>
        <a:ext cx="5061680" cy="585076"/>
      </dsp:txXfrm>
    </dsp:sp>
    <dsp:sp modelId="{25557A88-E95E-0545-A7D5-0DE9326ABD7A}">
      <dsp:nvSpPr>
        <dsp:cNvPr id="0" name=""/>
        <dsp:cNvSpPr/>
      </dsp:nvSpPr>
      <dsp:spPr>
        <a:xfrm>
          <a:off x="0" y="1685"/>
          <a:ext cx="2864998" cy="8104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Decision Making:</a:t>
          </a:r>
          <a:endParaRPr lang="en-US" sz="2600" kern="1200"/>
        </a:p>
      </dsp:txBody>
      <dsp:txXfrm>
        <a:off x="39564" y="41249"/>
        <a:ext cx="2785870" cy="731345"/>
      </dsp:txXfrm>
    </dsp:sp>
    <dsp:sp modelId="{E031F629-190C-1040-AB2D-5145F17E1E40}">
      <dsp:nvSpPr>
        <dsp:cNvPr id="0" name=""/>
        <dsp:cNvSpPr/>
      </dsp:nvSpPr>
      <dsp:spPr>
        <a:xfrm rot="5400000">
          <a:off x="5087475" y="-1288747"/>
          <a:ext cx="648378" cy="5093331"/>
        </a:xfrm>
        <a:prstGeom prst="round2SameRect">
          <a:avLst/>
        </a:prstGeom>
        <a:solidFill>
          <a:schemeClr val="accent2">
            <a:tint val="40000"/>
            <a:alpha val="90000"/>
            <a:hueOff val="1111392"/>
            <a:satOff val="2563"/>
            <a:lumOff val="28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111392"/>
              <a:satOff val="2563"/>
              <a:lumOff val="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The game aims to optimize the efficiency of strawberry picking by coordinating the actions of drones and picker robots.</a:t>
          </a:r>
          <a:endParaRPr lang="en-US" sz="1300" kern="1200"/>
        </a:p>
      </dsp:txBody>
      <dsp:txXfrm rot="-5400000">
        <a:off x="2864999" y="965380"/>
        <a:ext cx="5061680" cy="585076"/>
      </dsp:txXfrm>
    </dsp:sp>
    <dsp:sp modelId="{437621FE-60F8-8F4A-9E55-5288EBC1ABCA}">
      <dsp:nvSpPr>
        <dsp:cNvPr id="0" name=""/>
        <dsp:cNvSpPr/>
      </dsp:nvSpPr>
      <dsp:spPr>
        <a:xfrm>
          <a:off x="0" y="852681"/>
          <a:ext cx="2864998" cy="810473"/>
        </a:xfrm>
        <a:prstGeom prst="roundRect">
          <a:avLst/>
        </a:prstGeom>
        <a:solidFill>
          <a:schemeClr val="accent2">
            <a:hueOff val="885262"/>
            <a:satOff val="3045"/>
            <a:lumOff val="-588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Efficiency:</a:t>
          </a:r>
          <a:endParaRPr lang="en-US" sz="2600" kern="1200"/>
        </a:p>
      </dsp:txBody>
      <dsp:txXfrm>
        <a:off x="39564" y="892245"/>
        <a:ext cx="2785870" cy="731345"/>
      </dsp:txXfrm>
    </dsp:sp>
    <dsp:sp modelId="{46286A72-E17F-C346-AC59-ED36BEA6596F}">
      <dsp:nvSpPr>
        <dsp:cNvPr id="0" name=""/>
        <dsp:cNvSpPr/>
      </dsp:nvSpPr>
      <dsp:spPr>
        <a:xfrm rot="5400000">
          <a:off x="5087475" y="-437750"/>
          <a:ext cx="648378" cy="5093331"/>
        </a:xfrm>
        <a:prstGeom prst="round2SameRect">
          <a:avLst/>
        </a:prstGeom>
        <a:solidFill>
          <a:schemeClr val="accent2">
            <a:tint val="40000"/>
            <a:alpha val="90000"/>
            <a:hueOff val="2222784"/>
            <a:satOff val="5126"/>
            <a:lumOff val="5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222784"/>
              <a:satOff val="5126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The </a:t>
          </a:r>
          <a:r>
            <a:rPr lang="fr-FR" sz="1300" kern="1200" dirty="0" err="1"/>
            <a:t>game</a:t>
          </a:r>
          <a:r>
            <a:rPr lang="fr-FR" sz="1300" kern="1200" dirty="0"/>
            <a:t> can </a:t>
          </a:r>
          <a:r>
            <a:rPr lang="fr-FR" sz="1300" kern="1200" dirty="0" err="1"/>
            <a:t>be</a:t>
          </a:r>
          <a:r>
            <a:rPr lang="fr-FR" sz="1300" kern="1200" dirty="0"/>
            <a:t> </a:t>
          </a:r>
          <a:r>
            <a:rPr lang="fr-FR" sz="1300" kern="1200" dirty="0" err="1"/>
            <a:t>scaled</a:t>
          </a:r>
          <a:r>
            <a:rPr lang="fr-FR" sz="1300" kern="1200" dirty="0"/>
            <a:t> by </a:t>
          </a:r>
          <a:r>
            <a:rPr lang="fr-FR" sz="1300" kern="1200" dirty="0" err="1"/>
            <a:t>adjusting</a:t>
          </a:r>
          <a:r>
            <a:rPr lang="fr-FR" sz="1300" kern="1200" dirty="0"/>
            <a:t> the </a:t>
          </a:r>
          <a:r>
            <a:rPr lang="fr-FR" sz="1300" kern="1200" dirty="0" err="1"/>
            <a:t>number</a:t>
          </a:r>
          <a:r>
            <a:rPr lang="fr-FR" sz="1300" kern="1200" dirty="0"/>
            <a:t> of drones and </a:t>
          </a:r>
          <a:r>
            <a:rPr lang="fr-FR" sz="1300" kern="1200" dirty="0" err="1"/>
            <a:t>picker</a:t>
          </a:r>
          <a:r>
            <a:rPr lang="fr-FR" sz="1300" kern="1200" dirty="0"/>
            <a:t> robots.</a:t>
          </a:r>
          <a:endParaRPr lang="en-US" sz="1300" kern="1200" dirty="0"/>
        </a:p>
      </dsp:txBody>
      <dsp:txXfrm rot="-5400000">
        <a:off x="2864999" y="1816377"/>
        <a:ext cx="5061680" cy="585076"/>
      </dsp:txXfrm>
    </dsp:sp>
    <dsp:sp modelId="{F8B0BCEA-FCD2-EB47-BF6C-A6C94343EF2A}">
      <dsp:nvSpPr>
        <dsp:cNvPr id="0" name=""/>
        <dsp:cNvSpPr/>
      </dsp:nvSpPr>
      <dsp:spPr>
        <a:xfrm>
          <a:off x="0" y="1703678"/>
          <a:ext cx="2864998" cy="810473"/>
        </a:xfrm>
        <a:prstGeom prst="roundRect">
          <a:avLst/>
        </a:prstGeom>
        <a:solidFill>
          <a:schemeClr val="accent2">
            <a:hueOff val="1770523"/>
            <a:satOff val="6090"/>
            <a:lumOff val="-1177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Scalability:</a:t>
          </a:r>
          <a:endParaRPr lang="en-US" sz="2600" kern="1200"/>
        </a:p>
      </dsp:txBody>
      <dsp:txXfrm>
        <a:off x="39564" y="1743242"/>
        <a:ext cx="2785870" cy="731345"/>
      </dsp:txXfrm>
    </dsp:sp>
    <dsp:sp modelId="{DC252D21-1D8F-EB43-BC6E-6B26674B051D}">
      <dsp:nvSpPr>
        <dsp:cNvPr id="0" name=""/>
        <dsp:cNvSpPr/>
      </dsp:nvSpPr>
      <dsp:spPr>
        <a:xfrm rot="5400000">
          <a:off x="5087475" y="413246"/>
          <a:ext cx="648378" cy="5093331"/>
        </a:xfrm>
        <a:prstGeom prst="round2SameRect">
          <a:avLst/>
        </a:prstGeom>
        <a:solidFill>
          <a:schemeClr val="accent2">
            <a:tint val="40000"/>
            <a:alpha val="90000"/>
            <a:hueOff val="3334176"/>
            <a:satOff val="7689"/>
            <a:lumOff val="8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3334176"/>
              <a:satOff val="7689"/>
              <a:lumOff val="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/>
            <a:t>The game incorporates real-world constraints such as battery life, storage capacity, and regrowth time for strawberries.</a:t>
          </a:r>
          <a:endParaRPr lang="en-US" sz="1300" kern="1200"/>
        </a:p>
      </dsp:txBody>
      <dsp:txXfrm rot="-5400000">
        <a:off x="2864999" y="2667374"/>
        <a:ext cx="5061680" cy="585076"/>
      </dsp:txXfrm>
    </dsp:sp>
    <dsp:sp modelId="{91702E42-947A-924E-84C1-F4742A91C1C1}">
      <dsp:nvSpPr>
        <dsp:cNvPr id="0" name=""/>
        <dsp:cNvSpPr/>
      </dsp:nvSpPr>
      <dsp:spPr>
        <a:xfrm>
          <a:off x="0" y="2554675"/>
          <a:ext cx="2864998" cy="810473"/>
        </a:xfrm>
        <a:prstGeom prst="roundRect">
          <a:avLst/>
        </a:prstGeom>
        <a:solidFill>
          <a:schemeClr val="accent2">
            <a:hueOff val="2655785"/>
            <a:satOff val="9135"/>
            <a:lumOff val="-1765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Realism:</a:t>
          </a:r>
          <a:endParaRPr lang="en-US" sz="2600" kern="1200"/>
        </a:p>
      </dsp:txBody>
      <dsp:txXfrm>
        <a:off x="39564" y="2594239"/>
        <a:ext cx="2785870" cy="7313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491B9-5BC8-4E4B-8890-4EF43A7892E3}">
      <dsp:nvSpPr>
        <dsp:cNvPr id="0" name=""/>
        <dsp:cNvSpPr/>
      </dsp:nvSpPr>
      <dsp:spPr>
        <a:xfrm>
          <a:off x="0" y="319574"/>
          <a:ext cx="5295778" cy="115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011" tIns="249936" rIns="411011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The game can be useful in practical farming scenarios by providing a simulation environment to test and optimize the deployment of autonomous drones and picker robots.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It can help farmers understand the efficiency and limitations of using autonomous agents for farming tasks.</a:t>
          </a:r>
          <a:endParaRPr lang="en-US" sz="1200" kern="1200"/>
        </a:p>
      </dsp:txBody>
      <dsp:txXfrm>
        <a:off x="0" y="319574"/>
        <a:ext cx="5295778" cy="1152899"/>
      </dsp:txXfrm>
    </dsp:sp>
    <dsp:sp modelId="{49E13261-A1E8-9247-8363-BB56F3F3EFE4}">
      <dsp:nvSpPr>
        <dsp:cNvPr id="0" name=""/>
        <dsp:cNvSpPr/>
      </dsp:nvSpPr>
      <dsp:spPr>
        <a:xfrm>
          <a:off x="264788" y="142454"/>
          <a:ext cx="3707044" cy="354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117" tIns="0" rIns="140117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Usefulness:</a:t>
          </a:r>
          <a:endParaRPr lang="en-US" sz="1200" kern="1200"/>
        </a:p>
      </dsp:txBody>
      <dsp:txXfrm>
        <a:off x="282081" y="159747"/>
        <a:ext cx="3672458" cy="319654"/>
      </dsp:txXfrm>
    </dsp:sp>
    <dsp:sp modelId="{4901D772-E097-4649-80FB-606CD90A174A}">
      <dsp:nvSpPr>
        <dsp:cNvPr id="0" name=""/>
        <dsp:cNvSpPr/>
      </dsp:nvSpPr>
      <dsp:spPr>
        <a:xfrm>
          <a:off x="0" y="1714394"/>
          <a:ext cx="5295778" cy="18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1327892"/>
              <a:satOff val="4567"/>
              <a:lumOff val="-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011" tIns="249936" rIns="411011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Autonomous Agents: The use of drones and picker robots fits well with modern farming practices that aim to automate tasks and increase efficiency.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Resource Management: The game's focus on battery and storage management aligns with real-world constraints in farming.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Communication: The broadcasting mechanism for locating strawberry clusters simulates real-world communication between autonomous agents.</a:t>
          </a:r>
          <a:endParaRPr lang="en-US" sz="1200" kern="1200"/>
        </a:p>
      </dsp:txBody>
      <dsp:txXfrm>
        <a:off x="0" y="1714394"/>
        <a:ext cx="5295778" cy="1814399"/>
      </dsp:txXfrm>
    </dsp:sp>
    <dsp:sp modelId="{A292D4BC-5F14-7049-8201-B25B75851F32}">
      <dsp:nvSpPr>
        <dsp:cNvPr id="0" name=""/>
        <dsp:cNvSpPr/>
      </dsp:nvSpPr>
      <dsp:spPr>
        <a:xfrm>
          <a:off x="264788" y="1537274"/>
          <a:ext cx="3707044" cy="354240"/>
        </a:xfrm>
        <a:prstGeom prst="roundRect">
          <a:avLst/>
        </a:prstGeom>
        <a:solidFill>
          <a:schemeClr val="accent2">
            <a:hueOff val="1327892"/>
            <a:satOff val="4567"/>
            <a:lumOff val="-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117" tIns="0" rIns="140117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Fit with Scenario:</a:t>
          </a:r>
          <a:endParaRPr lang="en-US" sz="1200" kern="1200"/>
        </a:p>
      </dsp:txBody>
      <dsp:txXfrm>
        <a:off x="282081" y="1554567"/>
        <a:ext cx="3672458" cy="319654"/>
      </dsp:txXfrm>
    </dsp:sp>
    <dsp:sp modelId="{D62A510E-068A-904D-9FFD-7BBBB0F0B3D7}">
      <dsp:nvSpPr>
        <dsp:cNvPr id="0" name=""/>
        <dsp:cNvSpPr/>
      </dsp:nvSpPr>
      <dsp:spPr>
        <a:xfrm>
          <a:off x="0" y="3770714"/>
          <a:ext cx="5295778" cy="18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2655785"/>
              <a:satOff val="9135"/>
              <a:lumOff val="-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011" tIns="249936" rIns="411011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Realism: The game may oversimplify certain aspects of farming, such as the regrowth mechanism and the behavior of strawberry clusters.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Scalability: The game's scalability may be limited by computational resources, especially when simulating large farms with many agents.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/>
            <a:t>Environmental Factors: The game does not account for environmental factors such as weather, pests, and soil conditions, which can significantly impact farming operations.</a:t>
          </a:r>
          <a:endParaRPr lang="en-US" sz="1200" kern="1200"/>
        </a:p>
      </dsp:txBody>
      <dsp:txXfrm>
        <a:off x="0" y="3770714"/>
        <a:ext cx="5295778" cy="1814399"/>
      </dsp:txXfrm>
    </dsp:sp>
    <dsp:sp modelId="{46BAEB78-3622-2F4D-9F40-D89CC15272D7}">
      <dsp:nvSpPr>
        <dsp:cNvPr id="0" name=""/>
        <dsp:cNvSpPr/>
      </dsp:nvSpPr>
      <dsp:spPr>
        <a:xfrm>
          <a:off x="264788" y="3593594"/>
          <a:ext cx="3707044" cy="354240"/>
        </a:xfrm>
        <a:prstGeom prst="roundRect">
          <a:avLst/>
        </a:prstGeom>
        <a:solidFill>
          <a:schemeClr val="accent2">
            <a:hueOff val="2655785"/>
            <a:satOff val="9135"/>
            <a:lumOff val="-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117" tIns="0" rIns="140117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Potential Issues:</a:t>
          </a:r>
          <a:endParaRPr lang="en-US" sz="1200" kern="1200"/>
        </a:p>
      </dsp:txBody>
      <dsp:txXfrm>
        <a:off x="282081" y="3610887"/>
        <a:ext cx="3672458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A95A7-33A9-4DC7-A0BD-4E075436DBEE}">
      <dsp:nvSpPr>
        <dsp:cNvPr id="0" name=""/>
        <dsp:cNvSpPr/>
      </dsp:nvSpPr>
      <dsp:spPr>
        <a:xfrm>
          <a:off x="0" y="3245"/>
          <a:ext cx="5889686" cy="15179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82104-84C5-4C98-8B17-4DA6C20D1887}">
      <dsp:nvSpPr>
        <dsp:cNvPr id="0" name=""/>
        <dsp:cNvSpPr/>
      </dsp:nvSpPr>
      <dsp:spPr>
        <a:xfrm>
          <a:off x="459173" y="344779"/>
          <a:ext cx="834860" cy="8348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CF16E-6C30-4534-8E3C-109859E2A4BD}">
      <dsp:nvSpPr>
        <dsp:cNvPr id="0" name=""/>
        <dsp:cNvSpPr/>
      </dsp:nvSpPr>
      <dsp:spPr>
        <a:xfrm>
          <a:off x="1753207" y="3245"/>
          <a:ext cx="4134765" cy="151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47" tIns="160647" rIns="160647" bIns="16064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0" i="0" kern="1200"/>
            <a:t>Objective: Introduce a novel feature that leverages multi-agent system concepts to improve farm automation.</a:t>
          </a:r>
          <a:endParaRPr lang="en-US" sz="1500" kern="1200"/>
        </a:p>
      </dsp:txBody>
      <dsp:txXfrm>
        <a:off x="1753207" y="3245"/>
        <a:ext cx="4134765" cy="1517928"/>
      </dsp:txXfrm>
    </dsp:sp>
    <dsp:sp modelId="{F8DCFBB8-B49C-46C6-9CD4-9CD74B6AAB4B}">
      <dsp:nvSpPr>
        <dsp:cNvPr id="0" name=""/>
        <dsp:cNvSpPr/>
      </dsp:nvSpPr>
      <dsp:spPr>
        <a:xfrm>
          <a:off x="0" y="1900656"/>
          <a:ext cx="5889686" cy="15179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8EF5C-9014-42A4-B400-362F4B6FC315}">
      <dsp:nvSpPr>
        <dsp:cNvPr id="0" name=""/>
        <dsp:cNvSpPr/>
      </dsp:nvSpPr>
      <dsp:spPr>
        <a:xfrm>
          <a:off x="459173" y="2242190"/>
          <a:ext cx="834860" cy="8348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EA865-C7B0-47F7-8A14-5C76BD3E34F3}">
      <dsp:nvSpPr>
        <dsp:cNvPr id="0" name=""/>
        <dsp:cNvSpPr/>
      </dsp:nvSpPr>
      <dsp:spPr>
        <a:xfrm>
          <a:off x="1753207" y="1900656"/>
          <a:ext cx="4134765" cy="151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47" tIns="160647" rIns="160647" bIns="16064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0" i="0" kern="1200" dirty="0" err="1"/>
            <a:t>Feature</a:t>
          </a:r>
          <a:r>
            <a:rPr lang="fr-FR" sz="1500" b="0" i="0" kern="1200" dirty="0"/>
            <a:t> Description: </a:t>
          </a:r>
          <a:r>
            <a:rPr lang="fr-FR" sz="1500" b="0" i="0" kern="1200" dirty="0" err="1"/>
            <a:t>Implementation</a:t>
          </a:r>
          <a:r>
            <a:rPr lang="fr-FR" sz="1500" b="0" i="0" kern="1200" dirty="0"/>
            <a:t> of a pattern </a:t>
          </a:r>
          <a:r>
            <a:rPr lang="fr-FR" sz="1500" b="0" i="0" kern="1200" dirty="0" err="1"/>
            <a:t>followed</a:t>
          </a:r>
          <a:r>
            <a:rPr lang="fr-FR" sz="1500" b="0" i="0" kern="1200" dirty="0"/>
            <a:t> by drones </a:t>
          </a:r>
          <a:r>
            <a:rPr lang="fr-FR" sz="1500" b="0" i="0" kern="1200" dirty="0" err="1"/>
            <a:t>that</a:t>
          </a:r>
          <a:r>
            <a:rPr lang="fr-FR" sz="1500" b="0" i="0" kern="1200" dirty="0"/>
            <a:t> </a:t>
          </a:r>
          <a:r>
            <a:rPr lang="fr-FR" sz="1500" b="0" i="0" kern="1200" dirty="0" err="1"/>
            <a:t>allow</a:t>
          </a:r>
          <a:r>
            <a:rPr lang="fr-FR" sz="1500" b="0" i="0" kern="1200" dirty="0"/>
            <a:t> </a:t>
          </a:r>
          <a:r>
            <a:rPr lang="fr-FR" sz="1500" b="0" i="0" kern="1200" dirty="0" err="1"/>
            <a:t>each</a:t>
          </a:r>
          <a:r>
            <a:rPr lang="fr-FR" sz="1500" b="0" i="0" kern="1200" dirty="0"/>
            <a:t> drone to </a:t>
          </a:r>
          <a:r>
            <a:rPr lang="fr-FR" sz="1500" b="0" i="0" kern="1200" dirty="0" err="1"/>
            <a:t>take</a:t>
          </a:r>
          <a:r>
            <a:rPr lang="fr-FR" sz="1500" b="0" i="0" kern="1200" dirty="0"/>
            <a:t> a horizontal and vertical direction to explore the </a:t>
          </a:r>
          <a:r>
            <a:rPr lang="fr-FR" sz="1500" b="0" i="0" kern="1200" dirty="0" err="1"/>
            <a:t>grid</a:t>
          </a:r>
          <a:r>
            <a:rPr lang="fr-FR" sz="1500" b="0" i="0" kern="1200" dirty="0"/>
            <a:t> </a:t>
          </a:r>
          <a:r>
            <a:rPr lang="fr-FR" sz="1500" b="0" i="0" kern="1200" dirty="0" err="1"/>
            <a:t>column</a:t>
          </a:r>
          <a:r>
            <a:rPr lang="fr-FR" sz="1500" b="0" i="0" kern="1200" dirty="0"/>
            <a:t> by </a:t>
          </a:r>
          <a:r>
            <a:rPr lang="fr-FR" sz="1500" b="0" i="0" kern="1200" dirty="0" err="1"/>
            <a:t>column</a:t>
          </a:r>
          <a:r>
            <a:rPr lang="fr-FR" sz="1500" b="0" i="0" kern="1200" dirty="0"/>
            <a:t>. Once </a:t>
          </a:r>
          <a:r>
            <a:rPr lang="fr-FR" sz="1500" b="0" i="0" kern="1200" dirty="0" err="1"/>
            <a:t>crops</a:t>
          </a:r>
          <a:r>
            <a:rPr lang="fr-FR" sz="1500" b="0" i="0" kern="1200" dirty="0"/>
            <a:t> </a:t>
          </a:r>
          <a:r>
            <a:rPr lang="fr-FR" sz="1500" b="0" i="0" kern="1200" dirty="0" err="1"/>
            <a:t>found</a:t>
          </a:r>
          <a:r>
            <a:rPr lang="fr-FR" sz="1500" b="0" i="0" kern="1200" dirty="0"/>
            <a:t> </a:t>
          </a:r>
          <a:r>
            <a:rPr lang="fr-FR" sz="1500" b="0" i="0" kern="1200" dirty="0" err="1"/>
            <a:t>send</a:t>
          </a:r>
          <a:r>
            <a:rPr lang="fr-FR" sz="1500" b="0" i="0" kern="1200" dirty="0"/>
            <a:t> signal to the </a:t>
          </a:r>
          <a:r>
            <a:rPr lang="fr-FR" sz="1500" b="0" i="0" kern="1200" dirty="0" err="1"/>
            <a:t>closet</a:t>
          </a:r>
          <a:r>
            <a:rPr lang="fr-FR" sz="1500" b="0" i="0" kern="1200" dirty="0"/>
            <a:t> robot.</a:t>
          </a:r>
          <a:endParaRPr lang="en-US" sz="1500" kern="1200" dirty="0"/>
        </a:p>
      </dsp:txBody>
      <dsp:txXfrm>
        <a:off x="1753207" y="1900656"/>
        <a:ext cx="4134765" cy="1517928"/>
      </dsp:txXfrm>
    </dsp:sp>
    <dsp:sp modelId="{ED54777A-BE30-48A3-902F-37E153A7AA43}">
      <dsp:nvSpPr>
        <dsp:cNvPr id="0" name=""/>
        <dsp:cNvSpPr/>
      </dsp:nvSpPr>
      <dsp:spPr>
        <a:xfrm>
          <a:off x="0" y="3798066"/>
          <a:ext cx="5889686" cy="15179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14306F-5F1C-44A4-A87D-38E93E781380}">
      <dsp:nvSpPr>
        <dsp:cNvPr id="0" name=""/>
        <dsp:cNvSpPr/>
      </dsp:nvSpPr>
      <dsp:spPr>
        <a:xfrm>
          <a:off x="459173" y="4139600"/>
          <a:ext cx="834860" cy="8348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F15EC-3407-4D1F-B0EF-D7C1DDB59D66}">
      <dsp:nvSpPr>
        <dsp:cNvPr id="0" name=""/>
        <dsp:cNvSpPr/>
      </dsp:nvSpPr>
      <dsp:spPr>
        <a:xfrm>
          <a:off x="1753207" y="3798066"/>
          <a:ext cx="2650358" cy="151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47" tIns="160647" rIns="160647" bIns="16064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Goals</a:t>
          </a:r>
          <a:r>
            <a:rPr lang="fr-FR" sz="1500" b="0" i="0" kern="1200"/>
            <a:t>:</a:t>
          </a:r>
          <a:endParaRPr lang="en-US" sz="1500" kern="1200"/>
        </a:p>
      </dsp:txBody>
      <dsp:txXfrm>
        <a:off x="1753207" y="3798066"/>
        <a:ext cx="2650358" cy="1517928"/>
      </dsp:txXfrm>
    </dsp:sp>
    <dsp:sp modelId="{E7AEDE62-7D39-4D0F-B758-F03BABC5CEFB}">
      <dsp:nvSpPr>
        <dsp:cNvPr id="0" name=""/>
        <dsp:cNvSpPr/>
      </dsp:nvSpPr>
      <dsp:spPr>
        <a:xfrm>
          <a:off x="4403565" y="3798066"/>
          <a:ext cx="1484406" cy="1517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47" tIns="160647" rIns="160647" bIns="16064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/>
            <a:t>Increased efficiency in crop collection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/>
            <a:t>Optimized energy consumption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0" i="0" kern="1200"/>
            <a:t>Enhanced overall system performance</a:t>
          </a:r>
          <a:endParaRPr lang="en-US" sz="1100" kern="1200"/>
        </a:p>
      </dsp:txBody>
      <dsp:txXfrm>
        <a:off x="4403565" y="3798066"/>
        <a:ext cx="1484406" cy="15179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0A00F-C9CC-2E46-B176-FD4822811614}">
      <dsp:nvSpPr>
        <dsp:cNvPr id="0" name=""/>
        <dsp:cNvSpPr/>
      </dsp:nvSpPr>
      <dsp:spPr>
        <a:xfrm>
          <a:off x="413732" y="1271"/>
          <a:ext cx="1396347" cy="8378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Structural </a:t>
          </a:r>
          <a:r>
            <a:rPr lang="fr-FR" sz="1100" kern="1200" dirty="0" err="1"/>
            <a:t>Elements</a:t>
          </a:r>
          <a:endParaRPr lang="en-US" sz="1100" kern="1200" dirty="0"/>
        </a:p>
      </dsp:txBody>
      <dsp:txXfrm>
        <a:off x="413732" y="1271"/>
        <a:ext cx="1396347" cy="837808"/>
      </dsp:txXfrm>
    </dsp:sp>
    <dsp:sp modelId="{E820EA39-DF82-D540-90E8-4CFF2EE41661}">
      <dsp:nvSpPr>
        <dsp:cNvPr id="0" name=""/>
        <dsp:cNvSpPr/>
      </dsp:nvSpPr>
      <dsp:spPr>
        <a:xfrm>
          <a:off x="1949715" y="1271"/>
          <a:ext cx="1396347" cy="837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- Agents: Drones and </a:t>
          </a:r>
          <a:r>
            <a:rPr lang="fr-FR" sz="1100" kern="1200" dirty="0" err="1"/>
            <a:t>Amphibious</a:t>
          </a:r>
          <a:r>
            <a:rPr lang="fr-FR" sz="1100" kern="1200" dirty="0"/>
            <a:t> </a:t>
          </a:r>
          <a:r>
            <a:rPr lang="fr-FR" sz="1100" kern="1200" dirty="0" err="1"/>
            <a:t>Picker</a:t>
          </a:r>
          <a:r>
            <a:rPr lang="fr-FR" sz="1100" kern="1200" dirty="0"/>
            <a:t> Robots</a:t>
          </a:r>
          <a:endParaRPr lang="en-US" sz="1100" kern="1200" dirty="0"/>
        </a:p>
      </dsp:txBody>
      <dsp:txXfrm>
        <a:off x="1949715" y="1271"/>
        <a:ext cx="1396347" cy="837808"/>
      </dsp:txXfrm>
    </dsp:sp>
    <dsp:sp modelId="{A8F4C2E1-DDFB-7F45-8FDF-EC64161D434B}">
      <dsp:nvSpPr>
        <dsp:cNvPr id="0" name=""/>
        <dsp:cNvSpPr/>
      </dsp:nvSpPr>
      <dsp:spPr>
        <a:xfrm>
          <a:off x="3485697" y="1271"/>
          <a:ext cx="1396347" cy="8378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-</a:t>
          </a:r>
          <a:r>
            <a:rPr lang="fr-FR" sz="1100" kern="1200" dirty="0" err="1"/>
            <a:t>Environment</a:t>
          </a:r>
          <a:r>
            <a:rPr lang="fr-FR" sz="1100" kern="1200" dirty="0"/>
            <a:t>: A </a:t>
          </a:r>
          <a:r>
            <a:rPr lang="fr-FR" sz="1100" kern="1200" dirty="0" err="1"/>
            <a:t>crop</a:t>
          </a:r>
          <a:r>
            <a:rPr lang="fr-FR" sz="1100" kern="1200" dirty="0"/>
            <a:t> </a:t>
          </a:r>
          <a:r>
            <a:rPr lang="fr-FR" sz="1100" kern="1200" dirty="0" err="1"/>
            <a:t>farm</a:t>
          </a:r>
          <a:r>
            <a:rPr lang="fr-FR" sz="1100" kern="1200" dirty="0"/>
            <a:t> </a:t>
          </a:r>
          <a:r>
            <a:rPr lang="fr-FR" sz="1100" kern="1200" dirty="0" err="1"/>
            <a:t>with</a:t>
          </a:r>
          <a:r>
            <a:rPr lang="fr-FR" sz="1100" kern="1200" dirty="0"/>
            <a:t> </a:t>
          </a:r>
          <a:r>
            <a:rPr lang="fr-FR" sz="1100" kern="1200" dirty="0" err="1"/>
            <a:t>tree</a:t>
          </a:r>
          <a:r>
            <a:rPr lang="fr-FR" sz="1100" kern="1200" dirty="0"/>
            <a:t> and river</a:t>
          </a:r>
          <a:endParaRPr lang="en-US" sz="1100" kern="1200" dirty="0"/>
        </a:p>
      </dsp:txBody>
      <dsp:txXfrm>
        <a:off x="3485697" y="1271"/>
        <a:ext cx="1396347" cy="837808"/>
      </dsp:txXfrm>
    </dsp:sp>
    <dsp:sp modelId="{854CA6BE-5F0F-BF40-A46D-D23FC5BB7B85}">
      <dsp:nvSpPr>
        <dsp:cNvPr id="0" name=""/>
        <dsp:cNvSpPr/>
      </dsp:nvSpPr>
      <dsp:spPr>
        <a:xfrm>
          <a:off x="413732" y="978714"/>
          <a:ext cx="1396347" cy="8378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Communication: Interaction </a:t>
          </a:r>
          <a:r>
            <a:rPr lang="fr-FR" sz="1100" kern="1200" dirty="0" err="1"/>
            <a:t>between</a:t>
          </a:r>
          <a:r>
            <a:rPr lang="fr-FR" sz="1100" kern="1200" dirty="0"/>
            <a:t> drones and </a:t>
          </a:r>
          <a:r>
            <a:rPr lang="fr-FR" sz="1100" kern="1200" dirty="0" err="1"/>
            <a:t>picker</a:t>
          </a:r>
          <a:r>
            <a:rPr lang="fr-FR" sz="1100" kern="1200" dirty="0"/>
            <a:t> robots</a:t>
          </a:r>
          <a:endParaRPr lang="en-US" sz="1100" kern="1200" dirty="0"/>
        </a:p>
      </dsp:txBody>
      <dsp:txXfrm>
        <a:off x="413732" y="978714"/>
        <a:ext cx="1396347" cy="837808"/>
      </dsp:txXfrm>
    </dsp:sp>
    <dsp:sp modelId="{8272662C-9401-8048-8A41-9190DFCCE882}">
      <dsp:nvSpPr>
        <dsp:cNvPr id="0" name=""/>
        <dsp:cNvSpPr/>
      </dsp:nvSpPr>
      <dsp:spPr>
        <a:xfrm>
          <a:off x="1949715" y="978714"/>
          <a:ext cx="1396347" cy="8378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Coordination </a:t>
          </a:r>
          <a:r>
            <a:rPr lang="fr-FR" sz="1100" kern="1200" dirty="0" err="1"/>
            <a:t>Mechanism</a:t>
          </a:r>
          <a:r>
            <a:rPr lang="fr-FR" sz="1100" kern="1200" dirty="0"/>
            <a:t>: Central unit for </a:t>
          </a:r>
          <a:r>
            <a:rPr lang="fr-FR" sz="1100" kern="1200" dirty="0" err="1"/>
            <a:t>task</a:t>
          </a:r>
          <a:r>
            <a:rPr lang="fr-FR" sz="1100" kern="1200" dirty="0"/>
            <a:t> allocation and </a:t>
          </a:r>
          <a:r>
            <a:rPr lang="fr-FR" sz="1100" kern="1200" dirty="0" err="1"/>
            <a:t>charging</a:t>
          </a:r>
          <a:endParaRPr lang="en-US" sz="1100" kern="1200" dirty="0"/>
        </a:p>
      </dsp:txBody>
      <dsp:txXfrm>
        <a:off x="1949715" y="978714"/>
        <a:ext cx="1396347" cy="837808"/>
      </dsp:txXfrm>
    </dsp:sp>
    <dsp:sp modelId="{35B36706-5916-1140-BD07-C628D3E24EDE}">
      <dsp:nvSpPr>
        <dsp:cNvPr id="0" name=""/>
        <dsp:cNvSpPr/>
      </dsp:nvSpPr>
      <dsp:spPr>
        <a:xfrm>
          <a:off x="3485697" y="978714"/>
          <a:ext cx="1396347" cy="8378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Dynamics (</a:t>
          </a:r>
          <a:r>
            <a:rPr lang="fr-FR" sz="1100" kern="1200" dirty="0" err="1"/>
            <a:t>Behavior</a:t>
          </a:r>
          <a:r>
            <a:rPr lang="fr-FR" sz="1100" kern="1200" dirty="0"/>
            <a:t>):</a:t>
          </a:r>
          <a:endParaRPr lang="en-US" sz="1100" kern="1200" dirty="0"/>
        </a:p>
      </dsp:txBody>
      <dsp:txXfrm>
        <a:off x="3485697" y="978714"/>
        <a:ext cx="1396347" cy="837808"/>
      </dsp:txXfrm>
    </dsp:sp>
    <dsp:sp modelId="{DCCB0514-920D-6446-B9D7-64B4DCAB04D2}">
      <dsp:nvSpPr>
        <dsp:cNvPr id="0" name=""/>
        <dsp:cNvSpPr/>
      </dsp:nvSpPr>
      <dsp:spPr>
        <a:xfrm>
          <a:off x="413732" y="1956157"/>
          <a:ext cx="1396347" cy="837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Drones Explore the </a:t>
          </a:r>
          <a:r>
            <a:rPr lang="fr-FR" sz="1100" kern="1200" dirty="0" err="1"/>
            <a:t>farm</a:t>
          </a:r>
          <a:r>
            <a:rPr lang="fr-FR" sz="1100" kern="1200" dirty="0"/>
            <a:t> </a:t>
          </a:r>
          <a:r>
            <a:rPr lang="fr-FR" sz="1100" kern="1200" dirty="0" err="1"/>
            <a:t>randomly</a:t>
          </a:r>
          <a:r>
            <a:rPr lang="fr-FR" sz="1100" kern="1200" dirty="0"/>
            <a:t> or follow a pattern (Novel model).</a:t>
          </a:r>
          <a:endParaRPr lang="en-US" sz="1100" kern="1200" dirty="0"/>
        </a:p>
      </dsp:txBody>
      <dsp:txXfrm>
        <a:off x="413732" y="1956157"/>
        <a:ext cx="1396347" cy="837808"/>
      </dsp:txXfrm>
    </dsp:sp>
    <dsp:sp modelId="{3CCD08EC-8340-0E46-A09F-BA8E498022BD}">
      <dsp:nvSpPr>
        <dsp:cNvPr id="0" name=""/>
        <dsp:cNvSpPr/>
      </dsp:nvSpPr>
      <dsp:spPr>
        <a:xfrm>
          <a:off x="1949715" y="1956157"/>
          <a:ext cx="1396347" cy="8378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Inform</a:t>
          </a:r>
          <a:r>
            <a:rPr lang="fr-FR" sz="1100" kern="1200" dirty="0"/>
            <a:t> the </a:t>
          </a:r>
          <a:r>
            <a:rPr lang="fr-FR" sz="1100" kern="1200" dirty="0" err="1"/>
            <a:t>closest</a:t>
          </a:r>
          <a:r>
            <a:rPr lang="fr-FR" sz="1100" kern="1200" dirty="0"/>
            <a:t> </a:t>
          </a:r>
          <a:r>
            <a:rPr lang="fr-FR" sz="1100" kern="1200" dirty="0" err="1"/>
            <a:t>picker</a:t>
          </a:r>
          <a:r>
            <a:rPr lang="fr-FR" sz="1100" kern="1200" dirty="0"/>
            <a:t> robot of </a:t>
          </a:r>
          <a:r>
            <a:rPr lang="fr-FR" sz="1100" kern="1200" dirty="0" err="1"/>
            <a:t>crop</a:t>
          </a:r>
          <a:r>
            <a:rPr lang="fr-FR" sz="1100" kern="1200" dirty="0"/>
            <a:t> locations (Novel model).</a:t>
          </a:r>
          <a:endParaRPr lang="en-US" sz="1100" kern="1200" dirty="0"/>
        </a:p>
      </dsp:txBody>
      <dsp:txXfrm>
        <a:off x="1949715" y="1956157"/>
        <a:ext cx="1396347" cy="837808"/>
      </dsp:txXfrm>
    </dsp:sp>
    <dsp:sp modelId="{E55BE6F9-3068-9748-B156-6BE858A663D3}">
      <dsp:nvSpPr>
        <dsp:cNvPr id="0" name=""/>
        <dsp:cNvSpPr/>
      </dsp:nvSpPr>
      <dsp:spPr>
        <a:xfrm>
          <a:off x="3485697" y="1956157"/>
          <a:ext cx="1396347" cy="8378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Wait</a:t>
          </a:r>
          <a:r>
            <a:rPr lang="fr-FR" sz="1100" kern="1200" dirty="0"/>
            <a:t> for </a:t>
          </a:r>
          <a:r>
            <a:rPr lang="fr-FR" sz="1100" kern="1200" dirty="0" err="1"/>
            <a:t>picker</a:t>
          </a:r>
          <a:r>
            <a:rPr lang="fr-FR" sz="1100" kern="1200" dirty="0"/>
            <a:t> robots to arrive.</a:t>
          </a:r>
          <a:endParaRPr lang="en-US" sz="1100" kern="1200" dirty="0"/>
        </a:p>
      </dsp:txBody>
      <dsp:txXfrm>
        <a:off x="3485697" y="1956157"/>
        <a:ext cx="1396347" cy="837808"/>
      </dsp:txXfrm>
    </dsp:sp>
    <dsp:sp modelId="{ABE4D78D-B6D4-8D40-BD42-1F2524E205B1}">
      <dsp:nvSpPr>
        <dsp:cNvPr id="0" name=""/>
        <dsp:cNvSpPr/>
      </dsp:nvSpPr>
      <dsp:spPr>
        <a:xfrm>
          <a:off x="413732" y="2933601"/>
          <a:ext cx="1396347" cy="8378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</a:t>
          </a:r>
          <a:r>
            <a:rPr lang="fr-FR" sz="1100" kern="1200" dirty="0" err="1"/>
            <a:t>Amphibious</a:t>
          </a:r>
          <a:r>
            <a:rPr lang="fr-FR" sz="1100" kern="1200" dirty="0"/>
            <a:t> </a:t>
          </a:r>
          <a:r>
            <a:rPr lang="fr-FR" sz="1100" kern="1200" dirty="0" err="1"/>
            <a:t>Picker</a:t>
          </a:r>
          <a:r>
            <a:rPr lang="fr-FR" sz="1100" kern="1200" dirty="0"/>
            <a:t> </a:t>
          </a:r>
          <a:r>
            <a:rPr lang="fr-FR" sz="1100" kern="1200" dirty="0" err="1"/>
            <a:t>Robots:Receive</a:t>
          </a:r>
          <a:r>
            <a:rPr lang="fr-FR" sz="1100" kern="1200" dirty="0"/>
            <a:t> </a:t>
          </a:r>
          <a:r>
            <a:rPr lang="fr-FR" sz="1100" kern="1200" dirty="0" err="1"/>
            <a:t>crop</a:t>
          </a:r>
          <a:r>
            <a:rPr lang="fr-FR" sz="1100" kern="1200" dirty="0"/>
            <a:t> location data </a:t>
          </a:r>
          <a:r>
            <a:rPr lang="fr-FR" sz="1100" kern="1200" dirty="0" err="1"/>
            <a:t>from</a:t>
          </a:r>
          <a:r>
            <a:rPr lang="fr-FR" sz="1100" kern="1200" dirty="0"/>
            <a:t> drones.</a:t>
          </a:r>
          <a:endParaRPr lang="en-US" sz="1100" kern="1200" dirty="0"/>
        </a:p>
      </dsp:txBody>
      <dsp:txXfrm>
        <a:off x="413732" y="2933601"/>
        <a:ext cx="1396347" cy="837808"/>
      </dsp:txXfrm>
    </dsp:sp>
    <dsp:sp modelId="{8253449E-36C8-CA4D-8CF7-C12D3B720D1B}">
      <dsp:nvSpPr>
        <dsp:cNvPr id="0" name=""/>
        <dsp:cNvSpPr/>
      </dsp:nvSpPr>
      <dsp:spPr>
        <a:xfrm>
          <a:off x="1949715" y="2933601"/>
          <a:ext cx="1396347" cy="8378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- Move to and harvest designated crops until storage is full.</a:t>
          </a:r>
          <a:endParaRPr lang="en-US" sz="1100" kern="1200"/>
        </a:p>
      </dsp:txBody>
      <dsp:txXfrm>
        <a:off x="1949715" y="2933601"/>
        <a:ext cx="1396347" cy="837808"/>
      </dsp:txXfrm>
    </dsp:sp>
    <dsp:sp modelId="{B6C40AF5-C7CF-BA46-A5CF-1610FDC8D421}">
      <dsp:nvSpPr>
        <dsp:cNvPr id="0" name=""/>
        <dsp:cNvSpPr/>
      </dsp:nvSpPr>
      <dsp:spPr>
        <a:xfrm>
          <a:off x="3485697" y="2933601"/>
          <a:ext cx="1396347" cy="8378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Return to base to </a:t>
          </a:r>
          <a:r>
            <a:rPr lang="fr-FR" sz="1100" kern="1200" dirty="0" err="1"/>
            <a:t>unload</a:t>
          </a:r>
          <a:r>
            <a:rPr lang="fr-FR" sz="1100" kern="1200" dirty="0"/>
            <a:t> and recharge.</a:t>
          </a:r>
          <a:endParaRPr lang="en-US" sz="1100" kern="1200" dirty="0"/>
        </a:p>
      </dsp:txBody>
      <dsp:txXfrm>
        <a:off x="3485697" y="2933601"/>
        <a:ext cx="1396347" cy="837808"/>
      </dsp:txXfrm>
    </dsp:sp>
    <dsp:sp modelId="{892A8F2F-40A6-154E-A3B6-D2F408F49ADF}">
      <dsp:nvSpPr>
        <dsp:cNvPr id="0" name=""/>
        <dsp:cNvSpPr/>
      </dsp:nvSpPr>
      <dsp:spPr>
        <a:xfrm>
          <a:off x="413732" y="3911044"/>
          <a:ext cx="1396347" cy="83780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Central Coordination Unit:</a:t>
          </a:r>
          <a:endParaRPr lang="en-US" sz="1100" kern="1200" dirty="0"/>
        </a:p>
      </dsp:txBody>
      <dsp:txXfrm>
        <a:off x="413732" y="3911044"/>
        <a:ext cx="1396347" cy="837808"/>
      </dsp:txXfrm>
    </dsp:sp>
    <dsp:sp modelId="{6DF7869D-FAEF-2340-B863-337C3C4FFF92}">
      <dsp:nvSpPr>
        <dsp:cNvPr id="0" name=""/>
        <dsp:cNvSpPr/>
      </dsp:nvSpPr>
      <dsp:spPr>
        <a:xfrm>
          <a:off x="1949715" y="3911044"/>
          <a:ext cx="1396347" cy="83780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Receives</a:t>
          </a:r>
          <a:r>
            <a:rPr lang="fr-FR" sz="1100" kern="1200" dirty="0"/>
            <a:t> </a:t>
          </a:r>
          <a:r>
            <a:rPr lang="fr-FR" sz="1100" kern="1200" dirty="0" err="1"/>
            <a:t>crop</a:t>
          </a:r>
          <a:r>
            <a:rPr lang="fr-FR" sz="1100" kern="1200" dirty="0"/>
            <a:t> data </a:t>
          </a:r>
          <a:r>
            <a:rPr lang="fr-FR" sz="1100" kern="1200" dirty="0" err="1"/>
            <a:t>from</a:t>
          </a:r>
          <a:r>
            <a:rPr lang="fr-FR" sz="1100" kern="1200" dirty="0"/>
            <a:t> drones.</a:t>
          </a:r>
          <a:endParaRPr lang="en-US" sz="1100" kern="1200" dirty="0"/>
        </a:p>
      </dsp:txBody>
      <dsp:txXfrm>
        <a:off x="1949715" y="3911044"/>
        <a:ext cx="1396347" cy="837808"/>
      </dsp:txXfrm>
    </dsp:sp>
    <dsp:sp modelId="{7A4D8D58-DF10-444C-9043-6719E8D8287A}">
      <dsp:nvSpPr>
        <dsp:cNvPr id="0" name=""/>
        <dsp:cNvSpPr/>
      </dsp:nvSpPr>
      <dsp:spPr>
        <a:xfrm>
          <a:off x="3485697" y="3911044"/>
          <a:ext cx="1396347" cy="8378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Allocates</a:t>
          </a:r>
          <a:r>
            <a:rPr lang="fr-FR" sz="1100" kern="1200" dirty="0"/>
            <a:t> </a:t>
          </a:r>
          <a:r>
            <a:rPr lang="fr-FR" sz="1100" kern="1200" dirty="0" err="1"/>
            <a:t>tasks</a:t>
          </a:r>
          <a:r>
            <a:rPr lang="fr-FR" sz="1100" kern="1200" dirty="0"/>
            <a:t> </a:t>
          </a:r>
          <a:r>
            <a:rPr lang="fr-FR" sz="1100" kern="1200" dirty="0" err="1"/>
            <a:t>based</a:t>
          </a:r>
          <a:r>
            <a:rPr lang="fr-FR" sz="1100" kern="1200" dirty="0"/>
            <a:t> on robot </a:t>
          </a:r>
          <a:r>
            <a:rPr lang="fr-FR" sz="1100" kern="1200" dirty="0" err="1"/>
            <a:t>proximity</a:t>
          </a:r>
          <a:r>
            <a:rPr lang="fr-FR" sz="1100" kern="1200" dirty="0"/>
            <a:t> and </a:t>
          </a:r>
          <a:r>
            <a:rPr lang="fr-FR" sz="1100" kern="1200" dirty="0" err="1"/>
            <a:t>availability</a:t>
          </a:r>
          <a:r>
            <a:rPr lang="fr-FR" sz="1100" kern="1200" dirty="0"/>
            <a:t> (Novel model).</a:t>
          </a:r>
          <a:endParaRPr lang="en-US" sz="1100" kern="1200" dirty="0"/>
        </a:p>
      </dsp:txBody>
      <dsp:txXfrm>
        <a:off x="3485697" y="3911044"/>
        <a:ext cx="1396347" cy="837808"/>
      </dsp:txXfrm>
    </dsp:sp>
    <dsp:sp modelId="{2BCB74E5-3DCE-F641-9E13-8137BB5558B0}">
      <dsp:nvSpPr>
        <dsp:cNvPr id="0" name=""/>
        <dsp:cNvSpPr/>
      </dsp:nvSpPr>
      <dsp:spPr>
        <a:xfrm>
          <a:off x="1949715" y="4888488"/>
          <a:ext cx="1396347" cy="8378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 Monitors </a:t>
          </a:r>
          <a:r>
            <a:rPr lang="fr-FR" sz="1100" kern="1200" dirty="0" err="1"/>
            <a:t>energy</a:t>
          </a:r>
          <a:r>
            <a:rPr lang="fr-FR" sz="1100" kern="1200" dirty="0"/>
            <a:t> </a:t>
          </a:r>
          <a:r>
            <a:rPr lang="fr-FR" sz="1100" kern="1200" dirty="0" err="1"/>
            <a:t>levels</a:t>
          </a:r>
          <a:r>
            <a:rPr lang="fr-FR" sz="1100" kern="1200" dirty="0"/>
            <a:t> and manages </a:t>
          </a:r>
          <a:r>
            <a:rPr lang="fr-FR" sz="1100" kern="1200" dirty="0" err="1"/>
            <a:t>recharging</a:t>
          </a:r>
          <a:r>
            <a:rPr lang="fr-FR" sz="1100" kern="1200" dirty="0"/>
            <a:t> </a:t>
          </a:r>
          <a:r>
            <a:rPr lang="fr-FR" sz="1100" kern="1200" dirty="0" err="1"/>
            <a:t>schedules</a:t>
          </a:r>
          <a:r>
            <a:rPr lang="fr-FR" sz="1100" kern="1200" dirty="0"/>
            <a:t>.</a:t>
          </a:r>
          <a:endParaRPr lang="en-US" sz="1100" kern="1200" dirty="0"/>
        </a:p>
      </dsp:txBody>
      <dsp:txXfrm>
        <a:off x="1949715" y="4888488"/>
        <a:ext cx="1396347" cy="837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73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24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285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2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5792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73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193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528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388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0435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152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‹N°›</a:t>
            </a:fld>
            <a:endParaRPr lang="en-US" sz="1000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26277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87237-A2F0-AEBD-F7FB-238C615C6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743804"/>
            <a:ext cx="4102609" cy="3793482"/>
          </a:xfrm>
        </p:spPr>
        <p:txBody>
          <a:bodyPr anchor="ctr">
            <a:normAutofit/>
          </a:bodyPr>
          <a:lstStyle/>
          <a:p>
            <a:pPr algn="l"/>
            <a:r>
              <a:rPr lang="fr-FR" sz="5100" dirty="0" err="1"/>
              <a:t>Autonomous</a:t>
            </a:r>
            <a:r>
              <a:rPr lang="fr-FR" sz="5100" dirty="0"/>
              <a:t> Agent </a:t>
            </a:r>
            <a:br>
              <a:rPr lang="fr-FR" sz="5100" dirty="0"/>
            </a:br>
            <a:r>
              <a:rPr lang="fr-FR" sz="5100" dirty="0"/>
              <a:t>MULTI-AGENT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00F1EC-CA99-FA0B-E43C-C19273E6C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691564"/>
            <a:ext cx="4102609" cy="1422631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YERIM MOHAMED 21052002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CB136-2A65-0154-5C54-E9046788EF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89" r="10678"/>
          <a:stretch/>
        </p:blipFill>
        <p:spPr>
          <a:xfrm>
            <a:off x="5349241" y="10"/>
            <a:ext cx="684275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3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0C65A-6924-0F39-C487-BAC849DDC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7980" y="1030406"/>
            <a:ext cx="5068121" cy="35068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/>
              <a:t>ACTIVITY 1</a:t>
            </a:r>
          </a:p>
        </p:txBody>
      </p:sp>
      <p:pic>
        <p:nvPicPr>
          <p:cNvPr id="16" name="Graphic 6" descr="Brouillard">
            <a:extLst>
              <a:ext uri="{FF2B5EF4-FFF2-40B4-BE49-F238E27FC236}">
                <a16:creationId xmlns:a16="http://schemas.microsoft.com/office/drawing/2014/main" id="{86893170-0357-B4C5-D88F-172613720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951" y="1165485"/>
            <a:ext cx="4527030" cy="452703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86C79F8-3D46-9ED0-2FD3-057D29A4E541}"/>
              </a:ext>
            </a:extLst>
          </p:cNvPr>
          <p:cNvSpPr txBox="1"/>
          <p:nvPr/>
        </p:nvSpPr>
        <p:spPr>
          <a:xfrm>
            <a:off x="6096000" y="4872038"/>
            <a:ext cx="493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BASIC MODE</a:t>
            </a:r>
          </a:p>
        </p:txBody>
      </p:sp>
    </p:spTree>
    <p:extLst>
      <p:ext uri="{BB962C8B-B14F-4D97-AF65-F5344CB8AC3E}">
        <p14:creationId xmlns:p14="http://schemas.microsoft.com/office/powerpoint/2010/main" val="285820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AD581A-DC28-A1BE-A3D9-341B2A81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bg1"/>
                </a:solidFill>
              </a:rPr>
              <a:t>BASIC MODE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Objectives</a:t>
            </a:r>
            <a:br>
              <a:rPr lang="fr-FR" dirty="0">
                <a:solidFill>
                  <a:schemeClr val="bg1"/>
                </a:solidFill>
              </a:rPr>
            </a:b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A986593-1278-1FEE-BF5E-70F954255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457350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1933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C8943-8DFF-3DA4-6510-63C8FD44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Statechart</a:t>
            </a:r>
            <a:r>
              <a:rPr lang="fr-FR" dirty="0"/>
              <a:t> of the agents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07B15084-CC26-48AF-62D6-4E8BFD274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0960" y="2271713"/>
            <a:ext cx="4271654" cy="34210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466B9C5-6D01-7DF6-E34E-BFBA3A05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13" y="2283857"/>
            <a:ext cx="4886408" cy="342106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7911C61-F82C-445D-2AE3-F74785E3B211}"/>
              </a:ext>
            </a:extLst>
          </p:cNvPr>
          <p:cNvSpPr txBox="1"/>
          <p:nvPr/>
        </p:nvSpPr>
        <p:spPr>
          <a:xfrm>
            <a:off x="2880774" y="5816491"/>
            <a:ext cx="171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Drones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1EFBA9E-E559-4C2A-FE3E-AF3E9B5A13C7}"/>
              </a:ext>
            </a:extLst>
          </p:cNvPr>
          <p:cNvSpPr txBox="1"/>
          <p:nvPr/>
        </p:nvSpPr>
        <p:spPr>
          <a:xfrm>
            <a:off x="8305261" y="5816491"/>
            <a:ext cx="171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Picker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375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62057-1436-6D0D-73C8-2637B8F3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Unittest</a:t>
            </a:r>
            <a:endParaRPr lang="fr-FR" dirty="0"/>
          </a:p>
        </p:txBody>
      </p:sp>
      <p:pic>
        <p:nvPicPr>
          <p:cNvPr id="5" name="Espace réservé du contenu 4" descr="Une image contenant texte, Police, capture d’écran&#10;&#10;Description générée automatiquement">
            <a:extLst>
              <a:ext uri="{FF2B5EF4-FFF2-40B4-BE49-F238E27FC236}">
                <a16:creationId xmlns:a16="http://schemas.microsoft.com/office/drawing/2014/main" id="{9A167254-1651-A870-DA96-545DF7B81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1968" y="2059509"/>
            <a:ext cx="7547214" cy="2498869"/>
          </a:xfrm>
        </p:spPr>
      </p:pic>
    </p:spTree>
    <p:extLst>
      <p:ext uri="{BB962C8B-B14F-4D97-AF65-F5344CB8AC3E}">
        <p14:creationId xmlns:p14="http://schemas.microsoft.com/office/powerpoint/2010/main" val="359729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7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68E9E-94E9-4BE3-B88C-C8A46811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07AC1-AA0D-4097-B03D-FD3C632A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D231A-EC46-4736-B00F-76D3070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652B0DD-CAD4-06CA-4BD4-B70AB93E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8" y="2568817"/>
            <a:ext cx="7155598" cy="3133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6600">
                <a:solidFill>
                  <a:srgbClr val="1F2D29"/>
                </a:solidFill>
              </a:rPr>
              <a:t>Activity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90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28634-06E7-62B2-A87D-A4A09B82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</p:spPr>
        <p:txBody>
          <a:bodyPr>
            <a:normAutofit/>
          </a:bodyPr>
          <a:lstStyle/>
          <a:p>
            <a:pPr algn="l"/>
            <a:r>
              <a:rPr lang="fr-FR"/>
              <a:t>Farm simulation game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0F847A15-1A24-3010-E6E3-DCD80EC83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278676"/>
              </p:ext>
            </p:extLst>
          </p:nvPr>
        </p:nvGraphicFramePr>
        <p:xfrm>
          <a:off x="2611808" y="2367883"/>
          <a:ext cx="7958330" cy="336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259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0AD43-077B-19B8-5228-442F7066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Game Analyse</a:t>
            </a:r>
            <a:endParaRPr lang="fr-FR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A9AC22F-E88D-BE57-9720-EA53CBE6E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7705"/>
              </p:ext>
            </p:extLst>
          </p:nvPr>
        </p:nvGraphicFramePr>
        <p:xfrm>
          <a:off x="2611808" y="2367883"/>
          <a:ext cx="7958330" cy="336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929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1A572FE-DB20-787C-41AC-1D736FDDF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4052304"/>
              </p:ext>
            </p:extLst>
          </p:nvPr>
        </p:nvGraphicFramePr>
        <p:xfrm>
          <a:off x="2611808" y="2367883"/>
          <a:ext cx="7958330" cy="336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444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6FA072-D541-4EE8-9DC6-513AAB2B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-1"/>
            <a:ext cx="1118446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D4AA0B-889E-42F1-8C61-06B590988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7A27B9E-2573-4972-8BC6-6FC372B9F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684A4E-2FEB-456B-BFC9-4FEA3CCD5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D865C1-9EA9-1C0D-5570-33060F98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936" y="2811270"/>
            <a:ext cx="3473753" cy="1770045"/>
          </a:xfrm>
        </p:spPr>
        <p:txBody>
          <a:bodyPr>
            <a:normAutofit/>
          </a:bodyPr>
          <a:lstStyle/>
          <a:p>
            <a:pPr algn="l"/>
            <a:r>
              <a:rPr lang="fr-FR"/>
              <a:t>Reflection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D9B94A03-3BC2-4CB5-0655-FB345EA838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839293"/>
              </p:ext>
            </p:extLst>
          </p:nvPr>
        </p:nvGraphicFramePr>
        <p:xfrm>
          <a:off x="6280264" y="550974"/>
          <a:ext cx="5295778" cy="5727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5085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FAADFB1-A9D8-4319-BAC8-6B3FD36BF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7C5FC5-1BC6-470E-A163-7EE80D227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8316889-BCD7-49B5-89BD-4FC1D29FE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E12F873-5B9B-482F-9FB3-6355C4F3B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245259-4364-4D53-AC48-3E893885A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0C053A-AE31-E9DE-48ED-1AB5AF41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475" y="808056"/>
            <a:ext cx="4203364" cy="1077229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References</a:t>
            </a:r>
            <a:endParaRPr lang="fr-FR" dirty="0"/>
          </a:p>
        </p:txBody>
      </p:sp>
      <p:pic>
        <p:nvPicPr>
          <p:cNvPr id="5" name="Picture 4" descr="Vue aérienne du tracteur sur la poussière">
            <a:extLst>
              <a:ext uri="{FF2B5EF4-FFF2-40B4-BE49-F238E27FC236}">
                <a16:creationId xmlns:a16="http://schemas.microsoft.com/office/drawing/2014/main" id="{9A213050-EEC4-2E44-ED83-D8EAA7B3B5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31" r="53931" b="-1"/>
          <a:stretch/>
        </p:blipFill>
        <p:spPr>
          <a:xfrm>
            <a:off x="1005401" y="227"/>
            <a:ext cx="4424045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B9C7619-9AF0-4D6F-B2E3-21032A5C3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C09983-DB17-388F-2DA5-80625813E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474" y="2052116"/>
            <a:ext cx="4203365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FR" sz="1500" b="1" i="0" u="none" strike="noStrike">
                <a:effectLst/>
                <a:latin typeface="Times New Roman" panose="02020603050405020304" pitchFamily="18" charset="0"/>
              </a:rPr>
              <a:t>Reference list</a:t>
            </a:r>
          </a:p>
          <a:p>
            <a:pPr>
              <a:lnSpc>
                <a:spcPct val="110000"/>
              </a:lnSpc>
            </a:pPr>
            <a:r>
              <a:rPr lang="fr-FR" sz="1500" b="0" i="0" u="none" strike="noStrike">
                <a:effectLst/>
                <a:latin typeface="Times New Roman" panose="02020603050405020304" pitchFamily="18" charset="0"/>
              </a:rPr>
              <a:t>James and Wainwright, J. (2018a). </a:t>
            </a:r>
            <a:r>
              <a:rPr lang="fr-FR" sz="1500" b="0" i="1" u="none" strike="noStrike">
                <a:effectLst/>
                <a:latin typeface="Times New Roman" panose="02020603050405020304" pitchFamily="18" charset="0"/>
              </a:rPr>
              <a:t>Agent-Based Modelling and Landscape Change</a:t>
            </a:r>
            <a:r>
              <a:rPr lang="fr-FR" sz="1500" b="0" i="0" u="none" strike="noStrike">
                <a:effectLst/>
                <a:latin typeface="Times New Roman" panose="02020603050405020304" pitchFamily="18" charset="0"/>
              </a:rPr>
              <a:t>. MDPI.</a:t>
            </a:r>
          </a:p>
          <a:p>
            <a:pPr>
              <a:lnSpc>
                <a:spcPct val="110000"/>
              </a:lnSpc>
            </a:pPr>
            <a:r>
              <a:rPr lang="fr-FR" sz="1500" b="0" i="0" u="none" strike="noStrike">
                <a:effectLst/>
                <a:latin typeface="Times New Roman" panose="02020603050405020304" pitchFamily="18" charset="0"/>
              </a:rPr>
              <a:t>James and Wainwright, J. (2018b). </a:t>
            </a:r>
            <a:r>
              <a:rPr lang="fr-FR" sz="1500" b="0" i="1" u="none" strike="noStrike">
                <a:effectLst/>
                <a:latin typeface="Times New Roman" panose="02020603050405020304" pitchFamily="18" charset="0"/>
              </a:rPr>
              <a:t>Agent-Based Modelling and Landscape Change</a:t>
            </a:r>
            <a:r>
              <a:rPr lang="fr-FR" sz="1500" b="0" i="0" u="none" strike="noStrike">
                <a:effectLst/>
                <a:latin typeface="Times New Roman" panose="02020603050405020304" pitchFamily="18" charset="0"/>
              </a:rPr>
              <a:t>. MDPI.</a:t>
            </a:r>
          </a:p>
          <a:p>
            <a:pPr>
              <a:lnSpc>
                <a:spcPct val="110000"/>
              </a:lnSpc>
            </a:pPr>
            <a:r>
              <a:rPr lang="fr-FR" sz="1500" b="0" i="0" u="none" strike="noStrike">
                <a:effectLst/>
                <a:latin typeface="Times New Roman" panose="02020603050405020304" pitchFamily="18" charset="0"/>
              </a:rPr>
              <a:t>Müller, J.P., Wolf Ketter, Gal Kaminka, Gerd Wagner and Nils Bulling (2015). </a:t>
            </a:r>
            <a:r>
              <a:rPr lang="fr-FR" sz="1500" b="0" i="1" u="none" strike="noStrike">
                <a:effectLst/>
                <a:latin typeface="Times New Roman" panose="02020603050405020304" pitchFamily="18" charset="0"/>
              </a:rPr>
              <a:t>Multiagent System Technologies</a:t>
            </a:r>
            <a:r>
              <a:rPr lang="fr-FR" sz="1500" b="0" i="0" u="none" strike="noStrike">
                <a:effectLst/>
                <a:latin typeface="Times New Roman" panose="02020603050405020304" pitchFamily="18" charset="0"/>
              </a:rPr>
              <a:t>. [online] Cham Springer International Publishing Imprint: Springer. Available at: https://web.cs.umass.edu/publication/docs/2003/UM-CS-2003-012.pdf [Accessed 13 Dec. 2024].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FBE0AC-23B1-4352-95D2-C71EB6D15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9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C3320C8-0DF2-47E2-AE32-8C570D54B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37E2AB-626F-4D5D-8344-EE2C08191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1374C91-3FF2-48F7-A02C-36E1E075F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C084A8C-D0A6-4A75-AED9-C13FD20A6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537086-027A-4360-81BC-8BA916D2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AAFA00-A1E1-4789-A035-9CBB7B030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043049-634E-8E93-5D82-A4F06C950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Activity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AA1438-71CC-7595-3D66-77AD8279D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805" y="2052116"/>
            <a:ext cx="5243780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fr-FR" sz="1500" b="1" dirty="0">
                <a:effectLst/>
                <a:latin typeface="LMRoman10"/>
              </a:rPr>
              <a:t>Extended </a:t>
            </a:r>
            <a:r>
              <a:rPr lang="fr-FR" sz="1500" b="1" dirty="0" err="1">
                <a:effectLst/>
                <a:latin typeface="LMRoman10"/>
              </a:rPr>
              <a:t>Operation</a:t>
            </a:r>
            <a:r>
              <a:rPr lang="fr-FR" sz="1500" b="1" dirty="0">
                <a:effectLst/>
                <a:latin typeface="LMRoman10"/>
              </a:rPr>
              <a:t> </a:t>
            </a:r>
            <a:endParaRPr lang="fr-FR" sz="1500" dirty="0">
              <a:effectLst/>
            </a:endParaRP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fr-FR" sz="1500" dirty="0">
                <a:effectLst/>
                <a:latin typeface="LMRoman10"/>
              </a:rPr>
              <a:t>Communication of drone and </a:t>
            </a:r>
            <a:r>
              <a:rPr lang="fr-FR" sz="1500" dirty="0" err="1">
                <a:effectLst/>
                <a:latin typeface="LMRoman10"/>
              </a:rPr>
              <a:t>picker</a:t>
            </a:r>
            <a:r>
              <a:rPr lang="fr-FR" sz="1500" dirty="0">
                <a:effectLst/>
                <a:latin typeface="LMRoman10"/>
              </a:rPr>
              <a:t> robots to </a:t>
            </a:r>
            <a:r>
              <a:rPr lang="fr-FR" sz="1500" dirty="0" err="1">
                <a:effectLst/>
                <a:latin typeface="LMRoman10"/>
              </a:rPr>
              <a:t>avoid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random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movement</a:t>
            </a:r>
            <a:r>
              <a:rPr lang="fr-FR" sz="1500" dirty="0">
                <a:effectLst/>
                <a:latin typeface="LMRoman10"/>
              </a:rPr>
              <a:t> of </a:t>
            </a:r>
            <a:r>
              <a:rPr lang="fr-FR" sz="1500" dirty="0" err="1">
                <a:effectLst/>
                <a:latin typeface="LMRoman10"/>
              </a:rPr>
              <a:t>picker</a:t>
            </a:r>
            <a:r>
              <a:rPr lang="fr-FR" sz="1500" dirty="0">
                <a:effectLst/>
                <a:latin typeface="LMRoman10"/>
              </a:rPr>
              <a:t> robots: </a:t>
            </a:r>
            <a:r>
              <a:rPr lang="fr-FR" sz="1500" dirty="0" err="1">
                <a:effectLst/>
                <a:latin typeface="LMRoman10"/>
              </a:rPr>
              <a:t>picker</a:t>
            </a:r>
            <a:r>
              <a:rPr lang="fr-FR" sz="1500" dirty="0">
                <a:effectLst/>
                <a:latin typeface="LMRoman10"/>
              </a:rPr>
              <a:t> robots </a:t>
            </a:r>
            <a:r>
              <a:rPr lang="fr-FR" sz="1500" dirty="0" err="1">
                <a:effectLst/>
                <a:latin typeface="LMRoman10"/>
              </a:rPr>
              <a:t>only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leave</a:t>
            </a:r>
            <a:r>
              <a:rPr lang="fr-FR" sz="1500" dirty="0">
                <a:effectLst/>
                <a:latin typeface="LMRoman10"/>
              </a:rPr>
              <a:t> the station once the drone </a:t>
            </a:r>
            <a:r>
              <a:rPr lang="fr-FR" sz="1500" dirty="0" err="1">
                <a:effectLst/>
                <a:latin typeface="LMRoman10"/>
              </a:rPr>
              <a:t>send</a:t>
            </a:r>
            <a:r>
              <a:rPr lang="fr-FR" sz="1500" dirty="0">
                <a:effectLst/>
                <a:latin typeface="LMRoman10"/>
              </a:rPr>
              <a:t> a signal </a:t>
            </a:r>
            <a:r>
              <a:rPr lang="fr-FR" sz="1500" dirty="0" err="1">
                <a:effectLst/>
                <a:latin typeface="LMRoman10"/>
              </a:rPr>
              <a:t>with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coordinates</a:t>
            </a:r>
            <a:r>
              <a:rPr lang="fr-FR" sz="1500" dirty="0">
                <a:effectLst/>
                <a:latin typeface="LMRoman10"/>
              </a:rPr>
              <a:t> of </a:t>
            </a:r>
            <a:r>
              <a:rPr lang="fr-FR" sz="1500" dirty="0" err="1">
                <a:effectLst/>
                <a:latin typeface="LMRoman10"/>
              </a:rPr>
              <a:t>where</a:t>
            </a:r>
            <a:r>
              <a:rPr lang="fr-FR" sz="1500" dirty="0">
                <a:effectLst/>
                <a:latin typeface="LMRoman10"/>
              </a:rPr>
              <a:t> the </a:t>
            </a:r>
            <a:r>
              <a:rPr lang="fr-FR" sz="1500" dirty="0" err="1">
                <a:effectLst/>
                <a:latin typeface="LMRoman10"/>
              </a:rPr>
              <a:t>crops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need</a:t>
            </a:r>
            <a:r>
              <a:rPr lang="fr-FR" sz="1500" dirty="0">
                <a:effectLst/>
                <a:latin typeface="LMRoman10"/>
              </a:rPr>
              <a:t> to </a:t>
            </a:r>
            <a:r>
              <a:rPr lang="fr-FR" sz="1500" dirty="0" err="1">
                <a:effectLst/>
                <a:latin typeface="LMRoman10"/>
              </a:rPr>
              <a:t>be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collected</a:t>
            </a:r>
            <a:r>
              <a:rPr lang="fr-FR" sz="1500" dirty="0">
                <a:effectLst/>
                <a:latin typeface="LMRoman10"/>
              </a:rPr>
              <a:t>. Drone can </a:t>
            </a:r>
            <a:r>
              <a:rPr lang="fr-FR" sz="1500" dirty="0" err="1">
                <a:effectLst/>
                <a:latin typeface="LMRoman10"/>
              </a:rPr>
              <a:t>send</a:t>
            </a:r>
            <a:r>
              <a:rPr lang="fr-FR" sz="1500" dirty="0">
                <a:effectLst/>
                <a:latin typeface="LMRoman10"/>
              </a:rPr>
              <a:t> messages to </a:t>
            </a:r>
            <a:r>
              <a:rPr lang="fr-FR" sz="1500" dirty="0" err="1">
                <a:effectLst/>
                <a:latin typeface="LMRoman10"/>
              </a:rPr>
              <a:t>individual</a:t>
            </a:r>
            <a:r>
              <a:rPr lang="fr-FR" sz="1500" dirty="0">
                <a:effectLst/>
                <a:latin typeface="LMRoman10"/>
              </a:rPr>
              <a:t> robots or broadcast location of the </a:t>
            </a:r>
            <a:r>
              <a:rPr lang="fr-FR" sz="1500" dirty="0" err="1">
                <a:effectLst/>
                <a:latin typeface="LMRoman10"/>
              </a:rPr>
              <a:t>crops</a:t>
            </a:r>
            <a:r>
              <a:rPr lang="fr-FR" sz="1500" dirty="0">
                <a:effectLst/>
                <a:latin typeface="LMRoman10"/>
              </a:rPr>
              <a:t> to all the robots. </a:t>
            </a:r>
          </a:p>
          <a:p>
            <a:pPr marL="742950" lvl="1" indent="-285750">
              <a:lnSpc>
                <a:spcPct val="110000"/>
              </a:lnSpc>
              <a:buFont typeface="+mj-lt"/>
              <a:buAutoNum type="arabicPeriod"/>
            </a:pPr>
            <a:r>
              <a:rPr lang="fr-FR" sz="1500" dirty="0" err="1">
                <a:effectLst/>
                <a:latin typeface="LMRoman10"/>
              </a:rPr>
              <a:t>Crops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age</a:t>
            </a:r>
            <a:r>
              <a:rPr lang="fr-FR" sz="1500" dirty="0">
                <a:effectLst/>
                <a:latin typeface="LMRoman10"/>
              </a:rPr>
              <a:t> and </a:t>
            </a:r>
            <a:r>
              <a:rPr lang="fr-FR" sz="1500" dirty="0" err="1">
                <a:effectLst/>
                <a:latin typeface="LMRoman10"/>
              </a:rPr>
              <a:t>grow</a:t>
            </a:r>
            <a:r>
              <a:rPr lang="fr-FR" sz="1500" dirty="0">
                <a:effectLst/>
                <a:latin typeface="LMRoman10"/>
              </a:rPr>
              <a:t> as simulation progresses. Once an area has been </a:t>
            </a:r>
            <a:r>
              <a:rPr lang="fr-FR" sz="1500" dirty="0" err="1">
                <a:effectLst/>
                <a:latin typeface="LMRoman10"/>
              </a:rPr>
              <a:t>fully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picked</a:t>
            </a:r>
            <a:r>
              <a:rPr lang="fr-FR" sz="1500" dirty="0">
                <a:effectLst/>
                <a:latin typeface="LMRoman10"/>
              </a:rPr>
              <a:t> new </a:t>
            </a:r>
            <a:r>
              <a:rPr lang="fr-FR" sz="1500" dirty="0" err="1">
                <a:effectLst/>
                <a:latin typeface="LMRoman10"/>
              </a:rPr>
              <a:t>seeds</a:t>
            </a:r>
            <a:r>
              <a:rPr lang="fr-FR" sz="1500" dirty="0">
                <a:effectLst/>
                <a:latin typeface="LMRoman10"/>
              </a:rPr>
              <a:t> are </a:t>
            </a:r>
            <a:r>
              <a:rPr lang="fr-FR" sz="1500" dirty="0" err="1">
                <a:effectLst/>
                <a:latin typeface="LMRoman10"/>
              </a:rPr>
              <a:t>grown</a:t>
            </a:r>
            <a:r>
              <a:rPr lang="fr-FR" sz="1500" dirty="0">
                <a:effectLst/>
                <a:latin typeface="LMRoman10"/>
              </a:rPr>
              <a:t>, re-</a:t>
            </a:r>
            <a:r>
              <a:rPr lang="fr-FR" sz="1500" dirty="0" err="1">
                <a:effectLst/>
                <a:latin typeface="LMRoman10"/>
              </a:rPr>
              <a:t>starting</a:t>
            </a:r>
            <a:r>
              <a:rPr lang="fr-FR" sz="1500" dirty="0">
                <a:effectLst/>
                <a:latin typeface="LMRoman10"/>
              </a:rPr>
              <a:t> the </a:t>
            </a:r>
            <a:r>
              <a:rPr lang="fr-FR" sz="1500" dirty="0" err="1">
                <a:effectLst/>
                <a:latin typeface="LMRoman10"/>
              </a:rPr>
              <a:t>ageing</a:t>
            </a:r>
            <a:r>
              <a:rPr lang="fr-FR" sz="1500" dirty="0">
                <a:effectLst/>
                <a:latin typeface="LMRoman10"/>
              </a:rPr>
              <a:t> cycle. </a:t>
            </a:r>
            <a:r>
              <a:rPr lang="fr-FR" sz="1500" dirty="0" err="1">
                <a:effectLst/>
                <a:latin typeface="LMRoman10"/>
              </a:rPr>
              <a:t>Environment</a:t>
            </a:r>
            <a:r>
              <a:rPr lang="fr-FR" sz="1500" dirty="0">
                <a:effectLst/>
                <a:latin typeface="LMRoman10"/>
              </a:rPr>
              <a:t> </a:t>
            </a:r>
            <a:r>
              <a:rPr lang="fr-FR" sz="1500" dirty="0" err="1">
                <a:effectLst/>
                <a:latin typeface="LMRoman10"/>
              </a:rPr>
              <a:t>handles</a:t>
            </a:r>
            <a:r>
              <a:rPr lang="fr-FR" sz="1500" dirty="0">
                <a:effectLst/>
                <a:latin typeface="LMRoman10"/>
              </a:rPr>
              <a:t> the </a:t>
            </a:r>
            <a:r>
              <a:rPr lang="fr-FR" sz="1500" dirty="0" err="1">
                <a:effectLst/>
                <a:latin typeface="LMRoman10"/>
              </a:rPr>
              <a:t>ageing</a:t>
            </a:r>
            <a:r>
              <a:rPr lang="fr-FR" sz="1500" dirty="0">
                <a:effectLst/>
                <a:latin typeface="LMRoman10"/>
              </a:rPr>
              <a:t> and re-</a:t>
            </a:r>
            <a:r>
              <a:rPr lang="fr-FR" sz="1500" dirty="0" err="1">
                <a:effectLst/>
                <a:latin typeface="LMRoman10"/>
              </a:rPr>
              <a:t>growing</a:t>
            </a:r>
            <a:r>
              <a:rPr lang="fr-FR" sz="1500" dirty="0">
                <a:effectLst/>
                <a:latin typeface="LMRoman10"/>
              </a:rPr>
              <a:t> of </a:t>
            </a:r>
            <a:r>
              <a:rPr lang="fr-FR" sz="1500" dirty="0" err="1">
                <a:effectLst/>
                <a:latin typeface="LMRoman10"/>
              </a:rPr>
              <a:t>strawberries</a:t>
            </a:r>
            <a:r>
              <a:rPr lang="fr-FR" sz="1500" dirty="0">
                <a:effectLst/>
                <a:latin typeface="LMRoman10"/>
              </a:rPr>
              <a:t>. </a:t>
            </a:r>
          </a:p>
          <a:p>
            <a:pPr>
              <a:lnSpc>
                <a:spcPct val="110000"/>
              </a:lnSpc>
            </a:pPr>
            <a:endParaRPr lang="fr-FR" sz="1500" dirty="0"/>
          </a:p>
        </p:txBody>
      </p:sp>
      <p:pic>
        <p:nvPicPr>
          <p:cNvPr id="22" name="Graphic 21" descr="Contour de robot">
            <a:extLst>
              <a:ext uri="{FF2B5EF4-FFF2-40B4-BE49-F238E27FC236}">
                <a16:creationId xmlns:a16="http://schemas.microsoft.com/office/drawing/2014/main" id="{22262338-C54D-0322-F3CB-67161E590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9123" y="2924092"/>
            <a:ext cx="2222842" cy="2222842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C0230C3-CF46-441A-85D2-5E6F8B3A1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2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D028FBE5-2515-4CF7-9061-EDC988E0A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10C2A92B-92F5-430A-A370-FD864418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151BBAC-D417-4C14-AAFE-8AAA55B26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7DBE5AD7-4CDA-4167-83AD-34003BB38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D580359-F271-4995-847D-4B9BBE8DE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FE338A2-FC59-4CD5-84F6-6D7B39CC5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F5E78F-BDAA-4A04-B316-BA4E670C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704" y="808056"/>
            <a:ext cx="3013024" cy="1077229"/>
          </a:xfrm>
        </p:spPr>
        <p:txBody>
          <a:bodyPr>
            <a:normAutofit/>
          </a:bodyPr>
          <a:lstStyle/>
          <a:p>
            <a:pPr algn="l"/>
            <a:r>
              <a:rPr lang="fr-FR"/>
              <a:t>KPIS plot </a:t>
            </a:r>
          </a:p>
        </p:txBody>
      </p:sp>
      <p:pic>
        <p:nvPicPr>
          <p:cNvPr id="4" name="Espace réservé du contenu 3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DFFD8DD4-4148-FB4C-D3F0-25D2913476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03" r="22633" b="-2"/>
          <a:stretch/>
        </p:blipFill>
        <p:spPr>
          <a:xfrm>
            <a:off x="1659296" y="647190"/>
            <a:ext cx="4914867" cy="5564283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424173-F379-6A25-E7C2-188164B7B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704" y="2052116"/>
            <a:ext cx="3013025" cy="399782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fr-FR" sz="1100" b="0" i="0">
                <a:effectLst/>
                <a:latin typeface="Menlo" panose="020B0609030804020204" pitchFamily="49" charset="0"/>
              </a:rPr>
              <a:t>Critical Analysis: Extended Model: 1. Total Strawberries Picked: 5.00 2. Total Energy Consumed: 406.00 4. Average Strawberries Picked per Agent: 1.6</a:t>
            </a:r>
          </a:p>
          <a:p>
            <a:pPr>
              <a:lnSpc>
                <a:spcPct val="110000"/>
              </a:lnSpc>
            </a:pPr>
            <a:endParaRPr lang="fr-FR" sz="1100">
              <a:latin typeface="Menlo" panose="020B0609030804020204" pitchFamily="49" charset="0"/>
            </a:endParaRPr>
          </a:p>
          <a:p>
            <a:pPr>
              <a:lnSpc>
                <a:spcPct val="110000"/>
              </a:lnSpc>
            </a:pPr>
            <a:r>
              <a:rPr lang="fr-FR" sz="1100" b="0" i="0">
                <a:effectLst/>
                <a:latin typeface="Menlo" panose="020B0609030804020204" pitchFamily="49" charset="0"/>
              </a:rPr>
              <a:t>Efficiency of Exploration: Measures the ability to locate strawberries effectively over time.  </a:t>
            </a:r>
          </a:p>
          <a:p>
            <a:pPr>
              <a:lnSpc>
                <a:spcPct val="110000"/>
              </a:lnSpc>
            </a:pPr>
            <a:r>
              <a:rPr lang="fr-FR" sz="1100" b="0" i="0">
                <a:effectLst/>
                <a:latin typeface="Menlo" panose="020B0609030804020204" pitchFamily="49" charset="0"/>
              </a:rPr>
              <a:t>Energy Consumption: Evaluates the energy usage efficiency of the drones and picker robots. 7. Average Battery Level: Monitors the overall energy status of the agents over time.  </a:t>
            </a:r>
          </a:p>
          <a:p>
            <a:pPr>
              <a:lnSpc>
                <a:spcPct val="110000"/>
              </a:lnSpc>
            </a:pPr>
            <a:r>
              <a:rPr lang="fr-FR" sz="1100" b="0" i="0">
                <a:effectLst/>
                <a:latin typeface="Menlo" panose="020B0609030804020204" pitchFamily="49" charset="0"/>
              </a:rPr>
              <a:t>Average Strawberries Picked per Agent: Measures the average number of strawberries picked by each picker robot.</a:t>
            </a:r>
            <a:endParaRPr lang="en-US" sz="11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F57220-9A7B-4037-B5C5-8BE03B33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4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4B535E-B56A-7886-71BB-82D055A7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</a:rPr>
              <a:t>Activity 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31" name="Espace réservé du contenu 2">
            <a:extLst>
              <a:ext uri="{FF2B5EF4-FFF2-40B4-BE49-F238E27FC236}">
                <a16:creationId xmlns:a16="http://schemas.microsoft.com/office/drawing/2014/main" id="{D81506C4-1C00-B89F-F595-E0DEA4285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144259"/>
              </p:ext>
            </p:extLst>
          </p:nvPr>
        </p:nvGraphicFramePr>
        <p:xfrm>
          <a:off x="5507182" y="897534"/>
          <a:ext cx="5889686" cy="5319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308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36FA072-D541-4EE8-9DC6-513AAB2B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-1"/>
            <a:ext cx="1118446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D4AA0B-889E-42F1-8C61-06B590988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7A27B9E-2573-4972-8BC6-6FC372B9F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684A4E-2FEB-456B-BFC9-4FEA3CCD5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D2EB24-E759-6BFC-58E3-47C02650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936" y="2811270"/>
            <a:ext cx="3473753" cy="1770045"/>
          </a:xfrm>
        </p:spPr>
        <p:txBody>
          <a:bodyPr>
            <a:normAutofit/>
          </a:bodyPr>
          <a:lstStyle/>
          <a:p>
            <a:pPr algn="l"/>
            <a:r>
              <a:rPr lang="fr-FR"/>
              <a:t>Comparison of novel and extended mode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BF6DFAF-693B-9AF9-A952-96933CD3D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519188"/>
              </p:ext>
            </p:extLst>
          </p:nvPr>
        </p:nvGraphicFramePr>
        <p:xfrm>
          <a:off x="6280264" y="550974"/>
          <a:ext cx="5295778" cy="5727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75311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B9F656-28E4-A558-6C85-94440E47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Graph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0D3E81-D088-83B8-B9D2-1E1DBA810B8E}"/>
              </a:ext>
            </a:extLst>
          </p:cNvPr>
          <p:cNvSpPr txBox="1"/>
          <p:nvPr/>
        </p:nvSpPr>
        <p:spPr>
          <a:xfrm>
            <a:off x="1969803" y="2052116"/>
            <a:ext cx="3317493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 b="0" i="0" dirty="0"/>
              <a:t>Critical Analysis: Extended Model: 1. Total Strawberries Picked: 9.00 2. Total Energy Consumed: 280.00 4. Average Strawberries Picked per Agent: 3.00 Systematic Model: 1. Total Strawberries Picked: 8.00 2. Total Energy Consumed: 395.00 4. Average Strawberries Picked per Agent: 2.67 Comparison: 5. Efficiency of Exploration: My novel</a:t>
            </a:r>
            <a:r>
              <a:rPr lang="en-US" sz="1400" dirty="0"/>
              <a:t> mode is not more efficient than the extended mode.   Energy Consumption: mostly equal Average Battery Level: mostly equal. Average Strawberries Picked per Agent: </a:t>
            </a:r>
            <a:r>
              <a:rPr lang="en-US" sz="1400" b="0" i="0" dirty="0"/>
              <a:t>mostly equal.</a:t>
            </a:r>
            <a:endParaRPr lang="en-US" sz="14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D1DEF97-9A19-EB6E-7B0F-267287014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094766" y="1568685"/>
            <a:ext cx="4651619" cy="3721293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84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AF5FBB-9FDC-4D75-9DD6-DAF01ED1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3BBBE6-F4CF-483E-BA74-B51421B4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C790028-99AE-4AE4-8269-9913E2D5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936A2A-FE08-4EE0-A409-3EF3FA244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0407B-48CB-4C05-B0D7-7A69A0D4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C50C3D-0DA0-4914-B5B4-D1819CC6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F9E583-1A92-4144-B4FA-81D98317F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47489EB-355C-4170-8C70-5CDD42EFD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1CC0F3-7B68-4C9C-999A-74F8925C3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B18ECF-1C11-48BB-8C2B-DC5532A9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8887E40-5A0B-4897-80F0-0BAFAAB61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E3B1B6-DAAA-408B-A99C-2A7EE040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2B882-D016-4849-AF04-88E39D13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3CA4D6-40A0-DD2B-B8D4-A6CF32A5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398" y="5166420"/>
            <a:ext cx="8440564" cy="10450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Thank you for listening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FF9E96-6955-4599-A2D0-1FF57939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0531" y="647188"/>
            <a:ext cx="9091538" cy="32972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67FD996-CD48-893D-95C7-710D5CB185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6061" y="972646"/>
            <a:ext cx="2648383" cy="2648383"/>
          </a:xfrm>
          <a:prstGeom prst="rect">
            <a:avLst/>
          </a:prstGeom>
          <a:ln>
            <a:noFill/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15CFF31-2A56-4E24-9263-DC4342144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966" y="888935"/>
            <a:ext cx="8613076" cy="281854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8907EB-52AA-4516-BC6A-7861CE077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15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210</TotalTime>
  <Words>1246</Words>
  <Application>Microsoft Macintosh PowerPoint</Application>
  <PresentationFormat>Grand écran</PresentationFormat>
  <Paragraphs>106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LMRoman10</vt:lpstr>
      <vt:lpstr>Menlo</vt:lpstr>
      <vt:lpstr>MS Shell Dlg 2</vt:lpstr>
      <vt:lpstr>Times New Roman</vt:lpstr>
      <vt:lpstr>Wingdings</vt:lpstr>
      <vt:lpstr>Wingdings 3</vt:lpstr>
      <vt:lpstr>Madison</vt:lpstr>
      <vt:lpstr>Autonomous Agent  MULTI-AGENT</vt:lpstr>
      <vt:lpstr>ACTIVITY 1</vt:lpstr>
      <vt:lpstr>BASIC MODE Objectives </vt:lpstr>
      <vt:lpstr>Statechart of the agents</vt:lpstr>
      <vt:lpstr>Unittest</vt:lpstr>
      <vt:lpstr>Activity 2</vt:lpstr>
      <vt:lpstr>Farm simulation game</vt:lpstr>
      <vt:lpstr>Game Analyse</vt:lpstr>
      <vt:lpstr>Présentation PowerPoint</vt:lpstr>
      <vt:lpstr>Reflection</vt:lpstr>
      <vt:lpstr>References</vt:lpstr>
      <vt:lpstr>Activity 3</vt:lpstr>
      <vt:lpstr>KPIS plot </vt:lpstr>
      <vt:lpstr>Activity 4</vt:lpstr>
      <vt:lpstr>Comparison of novel and extended mode</vt:lpstr>
      <vt:lpstr>Graph</vt:lpstr>
      <vt:lpstr>Thank you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Yerim Mohamed (Student)</dc:creator>
  <cp:lastModifiedBy>Yerim Mohamed (Student)</cp:lastModifiedBy>
  <cp:revision>1</cp:revision>
  <dcterms:created xsi:type="dcterms:W3CDTF">2024-12-13T08:50:39Z</dcterms:created>
  <dcterms:modified xsi:type="dcterms:W3CDTF">2024-12-13T12:20:58Z</dcterms:modified>
</cp:coreProperties>
</file>